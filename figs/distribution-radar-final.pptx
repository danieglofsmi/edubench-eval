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2" r:id="rId2"/>
  </p:sldIdLst>
  <p:sldSz cx="50399950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94660"/>
  </p:normalViewPr>
  <p:slideViewPr>
    <p:cSldViewPr snapToGrid="0">
      <p:cViewPr varScale="1">
        <p:scale>
          <a:sx n="20" d="100"/>
          <a:sy n="20" d="100"/>
        </p:scale>
        <p:origin x="25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7D5058-160C-4EF7-AFA8-E6DC923B34D4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EB5C7-D546-4B51-B95E-DA76D03EBD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577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1pPr>
    <a:lvl2pPr marL="1814398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2pPr>
    <a:lvl3pPr marL="3628796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3pPr>
    <a:lvl4pPr marL="5443195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4pPr>
    <a:lvl5pPr marL="7257593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5pPr>
    <a:lvl6pPr marL="9071991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6pPr>
    <a:lvl7pPr marL="10886389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7pPr>
    <a:lvl8pPr marL="12700787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8pPr>
    <a:lvl9pPr marL="14515186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19086-BBAD-4675-9246-D679716717D1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99994" y="4124164"/>
            <a:ext cx="37799963" cy="8773325"/>
          </a:xfrm>
        </p:spPr>
        <p:txBody>
          <a:bodyPr anchor="b"/>
          <a:lstStyle>
            <a:lvl1pPr algn="ctr">
              <a:defRPr sz="2204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99994" y="13235822"/>
            <a:ext cx="37799963" cy="6084159"/>
          </a:xfrm>
        </p:spPr>
        <p:txBody>
          <a:bodyPr/>
          <a:lstStyle>
            <a:lvl1pPr marL="0" indent="0" algn="ctr">
              <a:buNone/>
              <a:defRPr sz="8819"/>
            </a:lvl1pPr>
            <a:lvl2pPr marL="1679981" indent="0" algn="ctr">
              <a:buNone/>
              <a:defRPr sz="7349"/>
            </a:lvl2pPr>
            <a:lvl3pPr marL="3359963" indent="0" algn="ctr">
              <a:buNone/>
              <a:defRPr sz="6614"/>
            </a:lvl3pPr>
            <a:lvl4pPr marL="5039944" indent="0" algn="ctr">
              <a:buNone/>
              <a:defRPr sz="5879"/>
            </a:lvl4pPr>
            <a:lvl5pPr marL="6719926" indent="0" algn="ctr">
              <a:buNone/>
              <a:defRPr sz="5879"/>
            </a:lvl5pPr>
            <a:lvl6pPr marL="8399907" indent="0" algn="ctr">
              <a:buNone/>
              <a:defRPr sz="5879"/>
            </a:lvl6pPr>
            <a:lvl7pPr marL="10079888" indent="0" algn="ctr">
              <a:buNone/>
              <a:defRPr sz="5879"/>
            </a:lvl7pPr>
            <a:lvl8pPr marL="11759870" indent="0" algn="ctr">
              <a:buNone/>
              <a:defRPr sz="5879"/>
            </a:lvl8pPr>
            <a:lvl9pPr marL="13439851" indent="0" algn="ctr">
              <a:buNone/>
              <a:defRPr sz="587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7C92-FAA1-4714-BA07-E4FF9032EB9C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87B5-D863-4F98-9858-69A9769FA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264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7C92-FAA1-4714-BA07-E4FF9032EB9C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87B5-D863-4F98-9858-69A9769FA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543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747" y="6282497"/>
            <a:ext cx="43469957" cy="10482488"/>
          </a:xfrm>
        </p:spPr>
        <p:txBody>
          <a:bodyPr anchor="b"/>
          <a:lstStyle>
            <a:lvl1pPr>
              <a:defRPr sz="2204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747" y="16864153"/>
            <a:ext cx="43469957" cy="5512493"/>
          </a:xfrm>
        </p:spPr>
        <p:txBody>
          <a:bodyPr/>
          <a:lstStyle>
            <a:lvl1pPr marL="0" indent="0">
              <a:buNone/>
              <a:defRPr sz="8819">
                <a:solidFill>
                  <a:schemeClr val="tx1">
                    <a:tint val="75000"/>
                  </a:schemeClr>
                </a:solidFill>
              </a:defRPr>
            </a:lvl1pPr>
            <a:lvl2pPr marL="1679981" indent="0">
              <a:buNone/>
              <a:defRPr sz="7349">
                <a:solidFill>
                  <a:schemeClr val="tx1">
                    <a:tint val="75000"/>
                  </a:schemeClr>
                </a:solidFill>
              </a:defRPr>
            </a:lvl2pPr>
            <a:lvl3pPr marL="3359963" indent="0">
              <a:buNone/>
              <a:defRPr sz="6614">
                <a:solidFill>
                  <a:schemeClr val="tx1">
                    <a:tint val="75000"/>
                  </a:schemeClr>
                </a:solidFill>
              </a:defRPr>
            </a:lvl3pPr>
            <a:lvl4pPr marL="5039944" indent="0">
              <a:buNone/>
              <a:defRPr sz="5879">
                <a:solidFill>
                  <a:schemeClr val="tx1">
                    <a:tint val="75000"/>
                  </a:schemeClr>
                </a:solidFill>
              </a:defRPr>
            </a:lvl4pPr>
            <a:lvl5pPr marL="6719926" indent="0">
              <a:buNone/>
              <a:defRPr sz="5879">
                <a:solidFill>
                  <a:schemeClr val="tx1">
                    <a:tint val="75000"/>
                  </a:schemeClr>
                </a:solidFill>
              </a:defRPr>
            </a:lvl5pPr>
            <a:lvl6pPr marL="8399907" indent="0">
              <a:buNone/>
              <a:defRPr sz="5879">
                <a:solidFill>
                  <a:schemeClr val="tx1">
                    <a:tint val="75000"/>
                  </a:schemeClr>
                </a:solidFill>
              </a:defRPr>
            </a:lvl6pPr>
            <a:lvl7pPr marL="10079888" indent="0">
              <a:buNone/>
              <a:defRPr sz="5879">
                <a:solidFill>
                  <a:schemeClr val="tx1">
                    <a:tint val="75000"/>
                  </a:schemeClr>
                </a:solidFill>
              </a:defRPr>
            </a:lvl7pPr>
            <a:lvl8pPr marL="11759870" indent="0">
              <a:buNone/>
              <a:defRPr sz="5879">
                <a:solidFill>
                  <a:schemeClr val="tx1">
                    <a:tint val="75000"/>
                  </a:schemeClr>
                </a:solidFill>
              </a:defRPr>
            </a:lvl8pPr>
            <a:lvl9pPr marL="13439851" indent="0">
              <a:buNone/>
              <a:defRPr sz="587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7C92-FAA1-4714-BA07-E4FF9032EB9C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87B5-D863-4F98-9858-69A9769FA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476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4996" y="6708326"/>
            <a:ext cx="21419979" cy="159891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4975" y="6708326"/>
            <a:ext cx="21419979" cy="159891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7C92-FAA1-4714-BA07-E4FF9032EB9C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87B5-D863-4F98-9858-69A9769FA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54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1" y="1341667"/>
            <a:ext cx="43469957" cy="48708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563" y="6177496"/>
            <a:ext cx="21321539" cy="3027495"/>
          </a:xfrm>
        </p:spPr>
        <p:txBody>
          <a:bodyPr anchor="b"/>
          <a:lstStyle>
            <a:lvl1pPr marL="0" indent="0">
              <a:buNone/>
              <a:defRPr sz="8819" b="1"/>
            </a:lvl1pPr>
            <a:lvl2pPr marL="1679981" indent="0">
              <a:buNone/>
              <a:defRPr sz="7349" b="1"/>
            </a:lvl2pPr>
            <a:lvl3pPr marL="3359963" indent="0">
              <a:buNone/>
              <a:defRPr sz="6614" b="1"/>
            </a:lvl3pPr>
            <a:lvl4pPr marL="5039944" indent="0">
              <a:buNone/>
              <a:defRPr sz="5879" b="1"/>
            </a:lvl4pPr>
            <a:lvl5pPr marL="6719926" indent="0">
              <a:buNone/>
              <a:defRPr sz="5879" b="1"/>
            </a:lvl5pPr>
            <a:lvl6pPr marL="8399907" indent="0">
              <a:buNone/>
              <a:defRPr sz="5879" b="1"/>
            </a:lvl6pPr>
            <a:lvl7pPr marL="10079888" indent="0">
              <a:buNone/>
              <a:defRPr sz="5879" b="1"/>
            </a:lvl7pPr>
            <a:lvl8pPr marL="11759870" indent="0">
              <a:buNone/>
              <a:defRPr sz="5879" b="1"/>
            </a:lvl8pPr>
            <a:lvl9pPr marL="13439851" indent="0">
              <a:buNone/>
              <a:defRPr sz="587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563" y="9204991"/>
            <a:ext cx="21321539" cy="135391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4975" y="6177496"/>
            <a:ext cx="21426543" cy="3027495"/>
          </a:xfrm>
        </p:spPr>
        <p:txBody>
          <a:bodyPr anchor="b"/>
          <a:lstStyle>
            <a:lvl1pPr marL="0" indent="0">
              <a:buNone/>
              <a:defRPr sz="8819" b="1"/>
            </a:lvl1pPr>
            <a:lvl2pPr marL="1679981" indent="0">
              <a:buNone/>
              <a:defRPr sz="7349" b="1"/>
            </a:lvl2pPr>
            <a:lvl3pPr marL="3359963" indent="0">
              <a:buNone/>
              <a:defRPr sz="6614" b="1"/>
            </a:lvl3pPr>
            <a:lvl4pPr marL="5039944" indent="0">
              <a:buNone/>
              <a:defRPr sz="5879" b="1"/>
            </a:lvl4pPr>
            <a:lvl5pPr marL="6719926" indent="0">
              <a:buNone/>
              <a:defRPr sz="5879" b="1"/>
            </a:lvl5pPr>
            <a:lvl6pPr marL="8399907" indent="0">
              <a:buNone/>
              <a:defRPr sz="5879" b="1"/>
            </a:lvl6pPr>
            <a:lvl7pPr marL="10079888" indent="0">
              <a:buNone/>
              <a:defRPr sz="5879" b="1"/>
            </a:lvl7pPr>
            <a:lvl8pPr marL="11759870" indent="0">
              <a:buNone/>
              <a:defRPr sz="5879" b="1"/>
            </a:lvl8pPr>
            <a:lvl9pPr marL="13439851" indent="0">
              <a:buNone/>
              <a:defRPr sz="587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4975" y="9204991"/>
            <a:ext cx="21426543" cy="135391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7C92-FAA1-4714-BA07-E4FF9032EB9C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87B5-D863-4F98-9858-69A9769FA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341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7C92-FAA1-4714-BA07-E4FF9032EB9C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87B5-D863-4F98-9858-69A9769FA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636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7C92-FAA1-4714-BA07-E4FF9032EB9C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87B5-D863-4F98-9858-69A9769FA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54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3" y="1679998"/>
            <a:ext cx="16255294" cy="5879994"/>
          </a:xfrm>
        </p:spPr>
        <p:txBody>
          <a:bodyPr anchor="b"/>
          <a:lstStyle>
            <a:lvl1pPr>
              <a:defRPr sz="1175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6543" y="3628331"/>
            <a:ext cx="25514975" cy="17908316"/>
          </a:xfrm>
        </p:spPr>
        <p:txBody>
          <a:bodyPr/>
          <a:lstStyle>
            <a:lvl1pPr>
              <a:defRPr sz="11758"/>
            </a:lvl1pPr>
            <a:lvl2pPr>
              <a:defRPr sz="10289"/>
            </a:lvl2pPr>
            <a:lvl3pPr>
              <a:defRPr sz="8819"/>
            </a:lvl3pPr>
            <a:lvl4pPr>
              <a:defRPr sz="7349"/>
            </a:lvl4pPr>
            <a:lvl5pPr>
              <a:defRPr sz="7349"/>
            </a:lvl5pPr>
            <a:lvl6pPr>
              <a:defRPr sz="7349"/>
            </a:lvl6pPr>
            <a:lvl7pPr>
              <a:defRPr sz="7349"/>
            </a:lvl7pPr>
            <a:lvl8pPr>
              <a:defRPr sz="7349"/>
            </a:lvl8pPr>
            <a:lvl9pPr>
              <a:defRPr sz="734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563" y="7559993"/>
            <a:ext cx="16255294" cy="14005821"/>
          </a:xfrm>
        </p:spPr>
        <p:txBody>
          <a:bodyPr/>
          <a:lstStyle>
            <a:lvl1pPr marL="0" indent="0">
              <a:buNone/>
              <a:defRPr sz="5879"/>
            </a:lvl1pPr>
            <a:lvl2pPr marL="1679981" indent="0">
              <a:buNone/>
              <a:defRPr sz="5144"/>
            </a:lvl2pPr>
            <a:lvl3pPr marL="3359963" indent="0">
              <a:buNone/>
              <a:defRPr sz="4409"/>
            </a:lvl3pPr>
            <a:lvl4pPr marL="5039944" indent="0">
              <a:buNone/>
              <a:defRPr sz="3674"/>
            </a:lvl4pPr>
            <a:lvl5pPr marL="6719926" indent="0">
              <a:buNone/>
              <a:defRPr sz="3674"/>
            </a:lvl5pPr>
            <a:lvl6pPr marL="8399907" indent="0">
              <a:buNone/>
              <a:defRPr sz="3674"/>
            </a:lvl6pPr>
            <a:lvl7pPr marL="10079888" indent="0">
              <a:buNone/>
              <a:defRPr sz="3674"/>
            </a:lvl7pPr>
            <a:lvl8pPr marL="11759870" indent="0">
              <a:buNone/>
              <a:defRPr sz="3674"/>
            </a:lvl8pPr>
            <a:lvl9pPr marL="13439851" indent="0">
              <a:buNone/>
              <a:defRPr sz="367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7C92-FAA1-4714-BA07-E4FF9032EB9C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87B5-D863-4F98-9858-69A9769FA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836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3" y="1679998"/>
            <a:ext cx="16255294" cy="5879994"/>
          </a:xfrm>
        </p:spPr>
        <p:txBody>
          <a:bodyPr anchor="b"/>
          <a:lstStyle>
            <a:lvl1pPr>
              <a:defRPr sz="1175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6543" y="3628331"/>
            <a:ext cx="25514975" cy="17908316"/>
          </a:xfrm>
        </p:spPr>
        <p:txBody>
          <a:bodyPr anchor="t"/>
          <a:lstStyle>
            <a:lvl1pPr marL="0" indent="0">
              <a:buNone/>
              <a:defRPr sz="11758"/>
            </a:lvl1pPr>
            <a:lvl2pPr marL="1679981" indent="0">
              <a:buNone/>
              <a:defRPr sz="10289"/>
            </a:lvl2pPr>
            <a:lvl3pPr marL="3359963" indent="0">
              <a:buNone/>
              <a:defRPr sz="8819"/>
            </a:lvl3pPr>
            <a:lvl4pPr marL="5039944" indent="0">
              <a:buNone/>
              <a:defRPr sz="7349"/>
            </a:lvl4pPr>
            <a:lvl5pPr marL="6719926" indent="0">
              <a:buNone/>
              <a:defRPr sz="7349"/>
            </a:lvl5pPr>
            <a:lvl6pPr marL="8399907" indent="0">
              <a:buNone/>
              <a:defRPr sz="7349"/>
            </a:lvl6pPr>
            <a:lvl7pPr marL="10079888" indent="0">
              <a:buNone/>
              <a:defRPr sz="7349"/>
            </a:lvl7pPr>
            <a:lvl8pPr marL="11759870" indent="0">
              <a:buNone/>
              <a:defRPr sz="7349"/>
            </a:lvl8pPr>
            <a:lvl9pPr marL="13439851" indent="0">
              <a:buNone/>
              <a:defRPr sz="7349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563" y="7559993"/>
            <a:ext cx="16255294" cy="14005821"/>
          </a:xfrm>
        </p:spPr>
        <p:txBody>
          <a:bodyPr/>
          <a:lstStyle>
            <a:lvl1pPr marL="0" indent="0">
              <a:buNone/>
              <a:defRPr sz="5879"/>
            </a:lvl1pPr>
            <a:lvl2pPr marL="1679981" indent="0">
              <a:buNone/>
              <a:defRPr sz="5144"/>
            </a:lvl2pPr>
            <a:lvl3pPr marL="3359963" indent="0">
              <a:buNone/>
              <a:defRPr sz="4409"/>
            </a:lvl3pPr>
            <a:lvl4pPr marL="5039944" indent="0">
              <a:buNone/>
              <a:defRPr sz="3674"/>
            </a:lvl4pPr>
            <a:lvl5pPr marL="6719926" indent="0">
              <a:buNone/>
              <a:defRPr sz="3674"/>
            </a:lvl5pPr>
            <a:lvl6pPr marL="8399907" indent="0">
              <a:buNone/>
              <a:defRPr sz="3674"/>
            </a:lvl6pPr>
            <a:lvl7pPr marL="10079888" indent="0">
              <a:buNone/>
              <a:defRPr sz="3674"/>
            </a:lvl7pPr>
            <a:lvl8pPr marL="11759870" indent="0">
              <a:buNone/>
              <a:defRPr sz="3674"/>
            </a:lvl8pPr>
            <a:lvl9pPr marL="13439851" indent="0">
              <a:buNone/>
              <a:defRPr sz="367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7C92-FAA1-4714-BA07-E4FF9032EB9C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87B5-D863-4F98-9858-69A9769FA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862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7C92-FAA1-4714-BA07-E4FF9032EB9C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87B5-D863-4F98-9858-69A9769FA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693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7464" y="1341665"/>
            <a:ext cx="10867489" cy="2135581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4997" y="1341665"/>
            <a:ext cx="31972468" cy="2135581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7C92-FAA1-4714-BA07-E4FF9032EB9C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87B5-D863-4F98-9858-69A9769FA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353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4997" y="1341667"/>
            <a:ext cx="43469957" cy="4870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997" y="6708326"/>
            <a:ext cx="43469957" cy="15989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4996" y="23356646"/>
            <a:ext cx="11339989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27C92-FAA1-4714-BA07-E4FF9032EB9C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4984" y="23356646"/>
            <a:ext cx="17009983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4965" y="23356646"/>
            <a:ext cx="11339989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087B5-D863-4F98-9858-69A9769FA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484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359963" rtl="0" eaLnBrk="1" latinLnBrk="0" hangingPunct="1">
        <a:lnSpc>
          <a:spcPct val="90000"/>
        </a:lnSpc>
        <a:spcBef>
          <a:spcPct val="0"/>
        </a:spcBef>
        <a:buNone/>
        <a:defRPr sz="161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991" indent="-839991" algn="l" defTabSz="3359963" rtl="0" eaLnBrk="1" latinLnBrk="0" hangingPunct="1">
        <a:lnSpc>
          <a:spcPct val="90000"/>
        </a:lnSpc>
        <a:spcBef>
          <a:spcPts val="3674"/>
        </a:spcBef>
        <a:buFont typeface="Arial" panose="020B0604020202020204" pitchFamily="34" charset="0"/>
        <a:buChar char="•"/>
        <a:defRPr sz="10289" kern="1200">
          <a:solidFill>
            <a:schemeClr val="tx1"/>
          </a:solidFill>
          <a:latin typeface="+mn-lt"/>
          <a:ea typeface="+mn-ea"/>
          <a:cs typeface="+mn-cs"/>
        </a:defRPr>
      </a:lvl1pPr>
      <a:lvl2pPr marL="2519972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2pPr>
      <a:lvl3pPr marL="4199954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7349" kern="1200">
          <a:solidFill>
            <a:schemeClr val="tx1"/>
          </a:solidFill>
          <a:latin typeface="+mn-lt"/>
          <a:ea typeface="+mn-ea"/>
          <a:cs typeface="+mn-cs"/>
        </a:defRPr>
      </a:lvl3pPr>
      <a:lvl4pPr marL="5879935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4pPr>
      <a:lvl5pPr marL="7559916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5pPr>
      <a:lvl6pPr marL="9239898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6pPr>
      <a:lvl7pPr marL="10919879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7pPr>
      <a:lvl8pPr marL="12599861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8pPr>
      <a:lvl9pPr marL="14279842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79981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359963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3pPr>
      <a:lvl4pPr marL="5039944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4pPr>
      <a:lvl5pPr marL="6719926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5pPr>
      <a:lvl6pPr marL="8399907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6pPr>
      <a:lvl7pPr marL="10079888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7pPr>
      <a:lvl8pPr marL="11759870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8pPr>
      <a:lvl9pPr marL="13439851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矩形: 圆角 85"/>
          <p:cNvSpPr/>
          <p:nvPr/>
        </p:nvSpPr>
        <p:spPr>
          <a:xfrm>
            <a:off x="4117427" y="20171141"/>
            <a:ext cx="3112380" cy="884070"/>
          </a:xfrm>
          <a:prstGeom prst="roundRect">
            <a:avLst>
              <a:gd name="adj" fmla="val 23321"/>
            </a:avLst>
          </a:prstGeom>
          <a:solidFill>
            <a:srgbClr val="FAC8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Teacher Oriented Domains 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89" name="矩形: 圆角 88"/>
          <p:cNvSpPr/>
          <p:nvPr/>
        </p:nvSpPr>
        <p:spPr>
          <a:xfrm>
            <a:off x="7885343" y="20171141"/>
            <a:ext cx="2976664" cy="919585"/>
          </a:xfrm>
          <a:prstGeom prst="roundRect">
            <a:avLst>
              <a:gd name="adj" fmla="val 23321"/>
            </a:avLst>
          </a:prstGeom>
          <a:solidFill>
            <a:srgbClr val="A3D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Student Oriented Domains 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7265236" y="20344710"/>
            <a:ext cx="6101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+</a:t>
            </a:r>
            <a:endParaRPr lang="zh-CN" altLang="en-US" sz="36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3303298" y="20423413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(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10963973" y="20419711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)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11676136" y="20285770"/>
            <a:ext cx="6101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*</a:t>
            </a:r>
            <a:endParaRPr lang="zh-CN" altLang="en-US" sz="44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12253143" y="20408604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(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99" name="矩形: 圆角 98"/>
          <p:cNvSpPr/>
          <p:nvPr/>
        </p:nvSpPr>
        <p:spPr>
          <a:xfrm>
            <a:off x="13041561" y="20251086"/>
            <a:ext cx="1643366" cy="809821"/>
          </a:xfrm>
          <a:prstGeom prst="roundRect">
            <a:avLst>
              <a:gd name="adj" fmla="val 23321"/>
            </a:avLst>
          </a:prstGeom>
          <a:solidFill>
            <a:srgbClr val="F2B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Chinese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00" name="矩形: 圆角 99"/>
          <p:cNvSpPr/>
          <p:nvPr/>
        </p:nvSpPr>
        <p:spPr>
          <a:xfrm>
            <a:off x="15430783" y="20251085"/>
            <a:ext cx="1643366" cy="809821"/>
          </a:xfrm>
          <a:prstGeom prst="roundRect">
            <a:avLst>
              <a:gd name="adj" fmla="val 23321"/>
            </a:avLst>
          </a:prstGeom>
          <a:solidFill>
            <a:srgbClr val="F2B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English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01" name="矩形: 圆角 100"/>
          <p:cNvSpPr/>
          <p:nvPr/>
        </p:nvSpPr>
        <p:spPr>
          <a:xfrm>
            <a:off x="18895972" y="20202960"/>
            <a:ext cx="966249" cy="831662"/>
          </a:xfrm>
          <a:prstGeom prst="roundRect">
            <a:avLst>
              <a:gd name="adj" fmla="val 23321"/>
            </a:avLst>
          </a:prstGeom>
          <a:solidFill>
            <a:srgbClr val="EE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Easy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02" name="矩形: 圆角 101"/>
          <p:cNvSpPr/>
          <p:nvPr/>
        </p:nvSpPr>
        <p:spPr>
          <a:xfrm>
            <a:off x="20391157" y="20194857"/>
            <a:ext cx="1643366" cy="831662"/>
          </a:xfrm>
          <a:prstGeom prst="roundRect">
            <a:avLst>
              <a:gd name="adj" fmla="val 23321"/>
            </a:avLst>
          </a:prstGeom>
          <a:solidFill>
            <a:srgbClr val="EE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Medium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03" name="矩形: 圆角 102"/>
          <p:cNvSpPr/>
          <p:nvPr/>
        </p:nvSpPr>
        <p:spPr>
          <a:xfrm>
            <a:off x="22618492" y="20176836"/>
            <a:ext cx="1115963" cy="831662"/>
          </a:xfrm>
          <a:prstGeom prst="roundRect">
            <a:avLst>
              <a:gd name="adj" fmla="val 23321"/>
            </a:avLst>
          </a:prstGeom>
          <a:solidFill>
            <a:srgbClr val="EE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Hard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14718620" y="20285291"/>
            <a:ext cx="6101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+</a:t>
            </a:r>
            <a:endParaRPr lang="zh-CN" altLang="en-US" sz="36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17091863" y="20363606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)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17647270" y="20239057"/>
            <a:ext cx="6101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*</a:t>
            </a:r>
            <a:endParaRPr lang="zh-CN" altLang="en-US" sz="44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18148380" y="20346864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(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19781017" y="20299251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+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22034523" y="20285291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+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23721982" y="20346864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)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24284932" y="20223938"/>
            <a:ext cx="6101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*</a:t>
            </a:r>
            <a:endParaRPr lang="zh-CN" altLang="en-US" sz="44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24912786" y="20346864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(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27899488" y="20316068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+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14" name="矩形: 圆角 113"/>
          <p:cNvSpPr/>
          <p:nvPr/>
        </p:nvSpPr>
        <p:spPr>
          <a:xfrm>
            <a:off x="25522926" y="20176836"/>
            <a:ext cx="2298700" cy="831662"/>
          </a:xfrm>
          <a:prstGeom prst="roundRect">
            <a:avLst>
              <a:gd name="adj" fmla="val 23321"/>
            </a:avLst>
          </a:prstGeom>
          <a:solidFill>
            <a:srgbClr val="5470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K-12 Subjects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15" name="矩形: 圆角 114"/>
          <p:cNvSpPr/>
          <p:nvPr/>
        </p:nvSpPr>
        <p:spPr>
          <a:xfrm>
            <a:off x="28509628" y="20202960"/>
            <a:ext cx="2976663" cy="831662"/>
          </a:xfrm>
          <a:prstGeom prst="roundRect">
            <a:avLst>
              <a:gd name="adj" fmla="val 23321"/>
            </a:avLst>
          </a:prstGeom>
          <a:solidFill>
            <a:srgbClr val="5470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Higher Education Subjects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31566975" y="20285291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)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20" name="矩形: 圆角 119"/>
          <p:cNvSpPr/>
          <p:nvPr/>
        </p:nvSpPr>
        <p:spPr>
          <a:xfrm>
            <a:off x="4561980" y="21858986"/>
            <a:ext cx="1778429" cy="884070"/>
          </a:xfrm>
          <a:prstGeom prst="roundRect">
            <a:avLst>
              <a:gd name="adj" fmla="val 23321"/>
            </a:avLst>
          </a:prstGeom>
          <a:solidFill>
            <a:srgbClr val="91CC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Short Answer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3313278" y="21921207"/>
            <a:ext cx="6101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*</a:t>
            </a:r>
            <a:endParaRPr lang="zh-CN" altLang="en-US" sz="44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3951840" y="22029015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(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6509518" y="22026659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+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9031881" y="22012793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+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11623299" y="22074665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)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28" name="矩形: 圆角 127"/>
          <p:cNvSpPr/>
          <p:nvPr/>
        </p:nvSpPr>
        <p:spPr>
          <a:xfrm>
            <a:off x="7203424" y="21858986"/>
            <a:ext cx="1778429" cy="884070"/>
          </a:xfrm>
          <a:prstGeom prst="roundRect">
            <a:avLst>
              <a:gd name="adj" fmla="val 23321"/>
            </a:avLst>
          </a:prstGeom>
          <a:solidFill>
            <a:srgbClr val="91CC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Single-Choice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29" name="矩形: 圆角 128"/>
          <p:cNvSpPr/>
          <p:nvPr/>
        </p:nvSpPr>
        <p:spPr>
          <a:xfrm>
            <a:off x="9692049" y="21858986"/>
            <a:ext cx="1778429" cy="884070"/>
          </a:xfrm>
          <a:prstGeom prst="roundRect">
            <a:avLst>
              <a:gd name="adj" fmla="val 23321"/>
            </a:avLst>
          </a:prstGeom>
          <a:solidFill>
            <a:srgbClr val="91CC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Multi-Choice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30" name="矩形: 圆角 129"/>
          <p:cNvSpPr/>
          <p:nvPr/>
        </p:nvSpPr>
        <p:spPr>
          <a:xfrm>
            <a:off x="14816917" y="21597286"/>
            <a:ext cx="5660705" cy="140078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</a:rPr>
              <a:t>4,019 contexts </a:t>
            </a:r>
          </a:p>
        </p:txBody>
      </p:sp>
      <p:sp>
        <p:nvSpPr>
          <p:cNvPr id="131" name="文本框 130"/>
          <p:cNvSpPr txBox="1"/>
          <p:nvPr/>
        </p:nvSpPr>
        <p:spPr>
          <a:xfrm>
            <a:off x="13220108" y="21933843"/>
            <a:ext cx="6101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=</a:t>
            </a:r>
            <a:endParaRPr lang="zh-CN" altLang="en-US" sz="5400" b="1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9185" y="2463165"/>
            <a:ext cx="10885170" cy="21196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0670" y="18101945"/>
            <a:ext cx="160020" cy="2222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5560" y="2288540"/>
            <a:ext cx="30143450" cy="173926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74560" y="14201140"/>
            <a:ext cx="16330930" cy="80238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60100" y="4823460"/>
            <a:ext cx="8943975" cy="83197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45</Words>
  <Application>Microsoft Office PowerPoint</Application>
  <PresentationFormat>自定义</PresentationFormat>
  <Paragraphs>36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Calibri Light</vt:lpstr>
      <vt:lpstr>Cascadia Mono SemiBold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luna liang</dc:creator>
  <cp:lastModifiedBy>luna liang</cp:lastModifiedBy>
  <cp:revision>1</cp:revision>
  <dcterms:created xsi:type="dcterms:W3CDTF">2025-10-22T07:04:00Z</dcterms:created>
  <dcterms:modified xsi:type="dcterms:W3CDTF">2025-10-22T07:04:35Z</dcterms:modified>
</cp:coreProperties>
</file>