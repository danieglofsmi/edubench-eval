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50399950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20" d="100"/>
          <a:sy n="20" d="100"/>
        </p:scale>
        <p:origin x="25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7D5058-160C-4EF7-AFA8-E6DC923B34D4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EB5C7-D546-4B51-B95E-DA76D03EBD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7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1pPr>
    <a:lvl2pPr marL="1814398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2pPr>
    <a:lvl3pPr marL="3628796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3pPr>
    <a:lvl4pPr marL="5443195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4pPr>
    <a:lvl5pPr marL="7257593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5pPr>
    <a:lvl6pPr marL="9071991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6pPr>
    <a:lvl7pPr marL="10886389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7pPr>
    <a:lvl8pPr marL="12700787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8pPr>
    <a:lvl9pPr marL="14515186" algn="l" defTabSz="3628796" rtl="0" eaLnBrk="1" latinLnBrk="0" hangingPunct="1">
      <a:defRPr sz="47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D19086-BBAD-4675-9246-D679716717D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4124164"/>
            <a:ext cx="37799963" cy="8773325"/>
          </a:xfrm>
        </p:spPr>
        <p:txBody>
          <a:bodyPr anchor="b"/>
          <a:lstStyle>
            <a:lvl1pPr algn="ctr">
              <a:defRPr sz="220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13235822"/>
            <a:ext cx="37799963" cy="6084159"/>
          </a:xfrm>
        </p:spPr>
        <p:txBody>
          <a:bodyPr/>
          <a:lstStyle>
            <a:lvl1pPr marL="0" indent="0" algn="ctr">
              <a:buNone/>
              <a:defRPr sz="8819"/>
            </a:lvl1pPr>
            <a:lvl2pPr marL="1679981" indent="0" algn="ctr">
              <a:buNone/>
              <a:defRPr sz="7349"/>
            </a:lvl2pPr>
            <a:lvl3pPr marL="3359963" indent="0" algn="ctr">
              <a:buNone/>
              <a:defRPr sz="6614"/>
            </a:lvl3pPr>
            <a:lvl4pPr marL="5039944" indent="0" algn="ctr">
              <a:buNone/>
              <a:defRPr sz="5879"/>
            </a:lvl4pPr>
            <a:lvl5pPr marL="6719926" indent="0" algn="ctr">
              <a:buNone/>
              <a:defRPr sz="5879"/>
            </a:lvl5pPr>
            <a:lvl6pPr marL="8399907" indent="0" algn="ctr">
              <a:buNone/>
              <a:defRPr sz="5879"/>
            </a:lvl6pPr>
            <a:lvl7pPr marL="10079888" indent="0" algn="ctr">
              <a:buNone/>
              <a:defRPr sz="5879"/>
            </a:lvl7pPr>
            <a:lvl8pPr marL="11759870" indent="0" algn="ctr">
              <a:buNone/>
              <a:defRPr sz="5879"/>
            </a:lvl8pPr>
            <a:lvl9pPr marL="13439851" indent="0" algn="ctr">
              <a:buNone/>
              <a:defRPr sz="587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26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54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6282497"/>
            <a:ext cx="43469957" cy="10482488"/>
          </a:xfrm>
        </p:spPr>
        <p:txBody>
          <a:bodyPr anchor="b"/>
          <a:lstStyle>
            <a:lvl1pPr>
              <a:defRPr sz="2204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16864153"/>
            <a:ext cx="43469957" cy="5512493"/>
          </a:xfrm>
        </p:spPr>
        <p:txBody>
          <a:bodyPr/>
          <a:lstStyle>
            <a:lvl1pPr marL="0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1pPr>
            <a:lvl2pPr marL="1679981" indent="0">
              <a:buNone/>
              <a:defRPr sz="7349">
                <a:solidFill>
                  <a:schemeClr val="tx1">
                    <a:tint val="75000"/>
                  </a:schemeClr>
                </a:solidFill>
              </a:defRPr>
            </a:lvl2pPr>
            <a:lvl3pPr marL="3359963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3pPr>
            <a:lvl4pPr marL="5039944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4pPr>
            <a:lvl5pPr marL="6719926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5pPr>
            <a:lvl6pPr marL="8399907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6pPr>
            <a:lvl7pPr marL="10079888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7pPr>
            <a:lvl8pPr marL="11759870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8pPr>
            <a:lvl9pPr marL="13439851" indent="0">
              <a:buNone/>
              <a:defRPr sz="587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476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6708326"/>
            <a:ext cx="21419979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6708326"/>
            <a:ext cx="21419979" cy="159891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54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1341667"/>
            <a:ext cx="43469957" cy="48708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6177496"/>
            <a:ext cx="21321539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9204991"/>
            <a:ext cx="21321539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6177496"/>
            <a:ext cx="21426543" cy="3027495"/>
          </a:xfrm>
        </p:spPr>
        <p:txBody>
          <a:bodyPr anchor="b"/>
          <a:lstStyle>
            <a:lvl1pPr marL="0" indent="0">
              <a:buNone/>
              <a:defRPr sz="8819" b="1"/>
            </a:lvl1pPr>
            <a:lvl2pPr marL="1679981" indent="0">
              <a:buNone/>
              <a:defRPr sz="7349" b="1"/>
            </a:lvl2pPr>
            <a:lvl3pPr marL="3359963" indent="0">
              <a:buNone/>
              <a:defRPr sz="6614" b="1"/>
            </a:lvl3pPr>
            <a:lvl4pPr marL="5039944" indent="0">
              <a:buNone/>
              <a:defRPr sz="5879" b="1"/>
            </a:lvl4pPr>
            <a:lvl5pPr marL="6719926" indent="0">
              <a:buNone/>
              <a:defRPr sz="5879" b="1"/>
            </a:lvl5pPr>
            <a:lvl6pPr marL="8399907" indent="0">
              <a:buNone/>
              <a:defRPr sz="5879" b="1"/>
            </a:lvl6pPr>
            <a:lvl7pPr marL="10079888" indent="0">
              <a:buNone/>
              <a:defRPr sz="5879" b="1"/>
            </a:lvl7pPr>
            <a:lvl8pPr marL="11759870" indent="0">
              <a:buNone/>
              <a:defRPr sz="5879" b="1"/>
            </a:lvl8pPr>
            <a:lvl9pPr marL="13439851" indent="0">
              <a:buNone/>
              <a:defRPr sz="587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9204991"/>
            <a:ext cx="21426543" cy="135391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34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3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5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3628331"/>
            <a:ext cx="25514975" cy="17908316"/>
          </a:xfrm>
        </p:spPr>
        <p:txBody>
          <a:bodyPr/>
          <a:lstStyle>
            <a:lvl1pPr>
              <a:defRPr sz="11758"/>
            </a:lvl1pPr>
            <a:lvl2pPr>
              <a:defRPr sz="10289"/>
            </a:lvl2pPr>
            <a:lvl3pPr>
              <a:defRPr sz="8819"/>
            </a:lvl3pPr>
            <a:lvl4pPr>
              <a:defRPr sz="7349"/>
            </a:lvl4pPr>
            <a:lvl5pPr>
              <a:defRPr sz="7349"/>
            </a:lvl5pPr>
            <a:lvl6pPr>
              <a:defRPr sz="7349"/>
            </a:lvl6pPr>
            <a:lvl7pPr>
              <a:defRPr sz="7349"/>
            </a:lvl7pPr>
            <a:lvl8pPr>
              <a:defRPr sz="7349"/>
            </a:lvl8pPr>
            <a:lvl9pPr>
              <a:defRPr sz="734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83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679998"/>
            <a:ext cx="16255294" cy="5879994"/>
          </a:xfrm>
        </p:spPr>
        <p:txBody>
          <a:bodyPr anchor="b"/>
          <a:lstStyle>
            <a:lvl1pPr>
              <a:defRPr sz="117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3628331"/>
            <a:ext cx="25514975" cy="17908316"/>
          </a:xfrm>
        </p:spPr>
        <p:txBody>
          <a:bodyPr anchor="t"/>
          <a:lstStyle>
            <a:lvl1pPr marL="0" indent="0">
              <a:buNone/>
              <a:defRPr sz="11758"/>
            </a:lvl1pPr>
            <a:lvl2pPr marL="1679981" indent="0">
              <a:buNone/>
              <a:defRPr sz="10289"/>
            </a:lvl2pPr>
            <a:lvl3pPr marL="3359963" indent="0">
              <a:buNone/>
              <a:defRPr sz="8819"/>
            </a:lvl3pPr>
            <a:lvl4pPr marL="5039944" indent="0">
              <a:buNone/>
              <a:defRPr sz="7349"/>
            </a:lvl4pPr>
            <a:lvl5pPr marL="6719926" indent="0">
              <a:buNone/>
              <a:defRPr sz="7349"/>
            </a:lvl5pPr>
            <a:lvl6pPr marL="8399907" indent="0">
              <a:buNone/>
              <a:defRPr sz="7349"/>
            </a:lvl6pPr>
            <a:lvl7pPr marL="10079888" indent="0">
              <a:buNone/>
              <a:defRPr sz="7349"/>
            </a:lvl7pPr>
            <a:lvl8pPr marL="11759870" indent="0">
              <a:buNone/>
              <a:defRPr sz="7349"/>
            </a:lvl8pPr>
            <a:lvl9pPr marL="13439851" indent="0">
              <a:buNone/>
              <a:defRPr sz="734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7559993"/>
            <a:ext cx="16255294" cy="14005821"/>
          </a:xfrm>
        </p:spPr>
        <p:txBody>
          <a:bodyPr/>
          <a:lstStyle>
            <a:lvl1pPr marL="0" indent="0">
              <a:buNone/>
              <a:defRPr sz="5879"/>
            </a:lvl1pPr>
            <a:lvl2pPr marL="1679981" indent="0">
              <a:buNone/>
              <a:defRPr sz="5144"/>
            </a:lvl2pPr>
            <a:lvl3pPr marL="3359963" indent="0">
              <a:buNone/>
              <a:defRPr sz="4409"/>
            </a:lvl3pPr>
            <a:lvl4pPr marL="5039944" indent="0">
              <a:buNone/>
              <a:defRPr sz="3674"/>
            </a:lvl4pPr>
            <a:lvl5pPr marL="6719926" indent="0">
              <a:buNone/>
              <a:defRPr sz="3674"/>
            </a:lvl5pPr>
            <a:lvl6pPr marL="8399907" indent="0">
              <a:buNone/>
              <a:defRPr sz="3674"/>
            </a:lvl6pPr>
            <a:lvl7pPr marL="10079888" indent="0">
              <a:buNone/>
              <a:defRPr sz="3674"/>
            </a:lvl7pPr>
            <a:lvl8pPr marL="11759870" indent="0">
              <a:buNone/>
              <a:defRPr sz="3674"/>
            </a:lvl8pPr>
            <a:lvl9pPr marL="13439851" indent="0">
              <a:buNone/>
              <a:defRPr sz="367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6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93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1341665"/>
            <a:ext cx="10867489" cy="2135581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1341665"/>
            <a:ext cx="31972468" cy="2135581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35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1341667"/>
            <a:ext cx="43469957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6708326"/>
            <a:ext cx="43469957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27C92-FAA1-4714-BA07-E4FF9032EB9C}" type="datetimeFigureOut">
              <a:rPr lang="zh-CN" altLang="en-US" smtClean="0"/>
              <a:t>2025/10/22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23356646"/>
            <a:ext cx="17009983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23356646"/>
            <a:ext cx="1133998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087B5-D863-4F98-9858-69A9769FA1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48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359963" rtl="0" eaLnBrk="1" latinLnBrk="0" hangingPunct="1">
        <a:lnSpc>
          <a:spcPct val="90000"/>
        </a:lnSpc>
        <a:spcBef>
          <a:spcPct val="0"/>
        </a:spcBef>
        <a:buNone/>
        <a:defRPr sz="161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991" indent="-839991" algn="l" defTabSz="3359963" rtl="0" eaLnBrk="1" latinLnBrk="0" hangingPunct="1">
        <a:lnSpc>
          <a:spcPct val="90000"/>
        </a:lnSpc>
        <a:spcBef>
          <a:spcPts val="3674"/>
        </a:spcBef>
        <a:buFont typeface="Arial" panose="020B0604020202020204" pitchFamily="34" charset="0"/>
        <a:buChar char="•"/>
        <a:defRPr sz="10289" kern="1200">
          <a:solidFill>
            <a:schemeClr val="tx1"/>
          </a:solidFill>
          <a:latin typeface="+mn-lt"/>
          <a:ea typeface="+mn-ea"/>
          <a:cs typeface="+mn-cs"/>
        </a:defRPr>
      </a:lvl1pPr>
      <a:lvl2pPr marL="251997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2pPr>
      <a:lvl3pPr marL="4199954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3pPr>
      <a:lvl4pPr marL="5879935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7559916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9239898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919879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2599861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42" indent="-839991" algn="l" defTabSz="3359963" rtl="0" eaLnBrk="1" latinLnBrk="0" hangingPunct="1">
        <a:lnSpc>
          <a:spcPct val="90000"/>
        </a:lnSpc>
        <a:spcBef>
          <a:spcPts val="1837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7998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359963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3pPr>
      <a:lvl4pPr marL="5039944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4pPr>
      <a:lvl5pPr marL="6719926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5pPr>
      <a:lvl6pPr marL="8399907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6pPr>
      <a:lvl7pPr marL="10079888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7pPr>
      <a:lvl8pPr marL="11759870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8pPr>
      <a:lvl9pPr marL="13439851" algn="l" defTabSz="3359963" rtl="0" eaLnBrk="1" latinLnBrk="0" hangingPunct="1">
        <a:defRPr sz="66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unburst-dr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925" y="-452120"/>
            <a:ext cx="41673780" cy="250723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2767" y="2158252"/>
            <a:ext cx="6652929" cy="66413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8877" y="2276786"/>
            <a:ext cx="6115050" cy="7259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9975" y="1920515"/>
            <a:ext cx="6115050" cy="9018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68760" y="2533328"/>
            <a:ext cx="5446399" cy="46973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49913" y="2155267"/>
            <a:ext cx="6115050" cy="3998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49021" y="1660690"/>
            <a:ext cx="6786811" cy="45245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37256" y="21400020"/>
            <a:ext cx="12425276" cy="78686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49220" y="21286094"/>
            <a:ext cx="781050" cy="43408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49913" y="21488634"/>
            <a:ext cx="8619635" cy="4286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78462" y="21906616"/>
            <a:ext cx="7399688" cy="47817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958004" y="21428937"/>
            <a:ext cx="4428615" cy="620394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10037" y="21186605"/>
            <a:ext cx="6519852" cy="434089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27261" y="21645098"/>
            <a:ext cx="4082510" cy="439525"/>
          </a:xfrm>
          <a:prstGeom prst="rect">
            <a:avLst/>
          </a:prstGeom>
        </p:spPr>
      </p:pic>
      <p:sp>
        <p:nvSpPr>
          <p:cNvPr id="76" name="文本框 78"/>
          <p:cNvSpPr txBox="1"/>
          <p:nvPr/>
        </p:nvSpPr>
        <p:spPr>
          <a:xfrm>
            <a:off x="20892441" y="4106305"/>
            <a:ext cx="28714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cs typeface="Arial" panose="020B0604020202020204" pitchFamily="34" charset="0"/>
              </a:rPr>
              <a:t>Task</a:t>
            </a:r>
            <a:r>
              <a:rPr lang="zh-CN" altLang="en-US" sz="3600" b="1" dirty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cs typeface="Arial" panose="020B0604020202020204" pitchFamily="34" charset="0"/>
              </a:rPr>
              <a:t>Difficulty</a:t>
            </a:r>
            <a:endParaRPr lang="zh-CN" altLang="en-US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7" name="文本框 133"/>
          <p:cNvSpPr txBox="1"/>
          <p:nvPr/>
        </p:nvSpPr>
        <p:spPr>
          <a:xfrm>
            <a:off x="21729935" y="4671226"/>
            <a:ext cx="1231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Easy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8" name="文本框 133"/>
          <p:cNvSpPr txBox="1"/>
          <p:nvPr/>
        </p:nvSpPr>
        <p:spPr>
          <a:xfrm>
            <a:off x="22565058" y="5187598"/>
            <a:ext cx="12316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Hard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9" name="文本框 133"/>
          <p:cNvSpPr txBox="1"/>
          <p:nvPr/>
        </p:nvSpPr>
        <p:spPr>
          <a:xfrm>
            <a:off x="20199260" y="5184836"/>
            <a:ext cx="1946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Medium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7838112" y="6659407"/>
            <a:ext cx="2087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cs typeface="Arial" panose="020B0604020202020204" pitchFamily="34" charset="0"/>
              </a:rPr>
              <a:t>Language</a:t>
            </a:r>
            <a:endParaRPr lang="zh-CN" altLang="en-US" sz="36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1" name="文本框 133"/>
          <p:cNvSpPr txBox="1"/>
          <p:nvPr/>
        </p:nvSpPr>
        <p:spPr>
          <a:xfrm>
            <a:off x="17484510" y="7434407"/>
            <a:ext cx="1663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Chinese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2" name="文本框 133"/>
          <p:cNvSpPr txBox="1"/>
          <p:nvPr/>
        </p:nvSpPr>
        <p:spPr>
          <a:xfrm>
            <a:off x="17178764" y="8196731"/>
            <a:ext cx="1663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chemeClr val="bg1"/>
                </a:solidFill>
                <a:cs typeface="Arial" panose="020B0604020202020204" pitchFamily="34" charset="0"/>
              </a:rPr>
              <a:t>English</a:t>
            </a:r>
            <a:endParaRPr lang="zh-CN" altLang="en-US" sz="3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3" name="文本框 80"/>
          <p:cNvSpPr txBox="1"/>
          <p:nvPr/>
        </p:nvSpPr>
        <p:spPr>
          <a:xfrm>
            <a:off x="16021710" y="9749271"/>
            <a:ext cx="20877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Question Type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4" name="文本框 133"/>
          <p:cNvSpPr txBox="1"/>
          <p:nvPr/>
        </p:nvSpPr>
        <p:spPr>
          <a:xfrm>
            <a:off x="15669888" y="11266400"/>
            <a:ext cx="2439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100" dirty="0">
                <a:solidFill>
                  <a:schemeClr val="bg1"/>
                </a:solidFill>
                <a:cs typeface="Arial" panose="020B0604020202020204" pitchFamily="34" charset="0"/>
              </a:rPr>
              <a:t>Single-Choice</a:t>
            </a:r>
            <a:endParaRPr lang="zh-CN" altLang="en-US" sz="3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5" name="文本框 133"/>
          <p:cNvSpPr txBox="1"/>
          <p:nvPr/>
        </p:nvSpPr>
        <p:spPr>
          <a:xfrm>
            <a:off x="15713625" y="11773107"/>
            <a:ext cx="2439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100" dirty="0">
                <a:solidFill>
                  <a:schemeClr val="bg1"/>
                </a:solidFill>
                <a:cs typeface="Arial" panose="020B0604020202020204" pitchFamily="34" charset="0"/>
              </a:rPr>
              <a:t>Multi-Choice</a:t>
            </a:r>
            <a:endParaRPr lang="zh-CN" altLang="en-US" sz="3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6" name="文本框 133"/>
          <p:cNvSpPr txBox="1"/>
          <p:nvPr/>
        </p:nvSpPr>
        <p:spPr>
          <a:xfrm>
            <a:off x="15757361" y="10779489"/>
            <a:ext cx="24395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100" dirty="0">
                <a:solidFill>
                  <a:schemeClr val="bg1"/>
                </a:solidFill>
                <a:cs typeface="Arial" panose="020B0604020202020204" pitchFamily="34" charset="0"/>
              </a:rPr>
              <a:t>Short Answer</a:t>
            </a:r>
            <a:endParaRPr lang="zh-CN" altLang="en-US" sz="31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7" name="文本框 90"/>
          <p:cNvSpPr txBox="1"/>
          <p:nvPr/>
        </p:nvSpPr>
        <p:spPr>
          <a:xfrm>
            <a:off x="15934235" y="12697792"/>
            <a:ext cx="22626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Emotional Support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8" name="文本框 91"/>
          <p:cNvSpPr txBox="1"/>
          <p:nvPr/>
        </p:nvSpPr>
        <p:spPr>
          <a:xfrm>
            <a:off x="15934234" y="13809315"/>
            <a:ext cx="24395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Mental Healthy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89" name="文本框 92"/>
          <p:cNvSpPr txBox="1"/>
          <p:nvPr/>
        </p:nvSpPr>
        <p:spPr>
          <a:xfrm>
            <a:off x="16220856" y="14332535"/>
            <a:ext cx="2275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Mild Anxiety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0" name="文本框 93"/>
          <p:cNvSpPr txBox="1"/>
          <p:nvPr/>
        </p:nvSpPr>
        <p:spPr>
          <a:xfrm>
            <a:off x="16107529" y="14870310"/>
            <a:ext cx="26037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Moderate Anxiety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91" name="文本框 94"/>
          <p:cNvSpPr txBox="1"/>
          <p:nvPr/>
        </p:nvSpPr>
        <p:spPr>
          <a:xfrm>
            <a:off x="16652471" y="15739558"/>
            <a:ext cx="27158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cs typeface="Arial" panose="020B0604020202020204" pitchFamily="34" charset="0"/>
              </a:rPr>
              <a:t>Severe Anxiety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29578" y="21040133"/>
            <a:ext cx="7823200" cy="359886"/>
          </a:xfrm>
          <a:prstGeom prst="rect">
            <a:avLst/>
          </a:prstGeom>
        </p:spPr>
      </p:pic>
      <p:sp>
        <p:nvSpPr>
          <p:cNvPr id="125" name="文本框 46"/>
          <p:cNvSpPr txBox="1"/>
          <p:nvPr/>
        </p:nvSpPr>
        <p:spPr>
          <a:xfrm>
            <a:off x="26149221" y="4645874"/>
            <a:ext cx="31221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Mathematics</a:t>
            </a:r>
          </a:p>
        </p:txBody>
      </p:sp>
      <p:sp>
        <p:nvSpPr>
          <p:cNvPr id="126" name="文本框 47"/>
          <p:cNvSpPr txBox="1"/>
          <p:nvPr/>
        </p:nvSpPr>
        <p:spPr>
          <a:xfrm>
            <a:off x="24667988" y="4016082"/>
            <a:ext cx="30102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K-12 subjects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7" name="文本框 48"/>
          <p:cNvSpPr txBox="1"/>
          <p:nvPr/>
        </p:nvSpPr>
        <p:spPr>
          <a:xfrm>
            <a:off x="28173365" y="5298762"/>
            <a:ext cx="1446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English</a:t>
            </a:r>
          </a:p>
        </p:txBody>
      </p:sp>
      <p:sp>
        <p:nvSpPr>
          <p:cNvPr id="128" name="文本框 49"/>
          <p:cNvSpPr txBox="1"/>
          <p:nvPr/>
        </p:nvSpPr>
        <p:spPr>
          <a:xfrm>
            <a:off x="27219086" y="5765034"/>
            <a:ext cx="14466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Physics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9" name="文本框 50"/>
          <p:cNvSpPr txBox="1"/>
          <p:nvPr/>
        </p:nvSpPr>
        <p:spPr>
          <a:xfrm>
            <a:off x="26173099" y="5184836"/>
            <a:ext cx="24302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Chemistry</a:t>
            </a:r>
          </a:p>
        </p:txBody>
      </p:sp>
      <p:sp>
        <p:nvSpPr>
          <p:cNvPr id="130" name="文本框 53"/>
          <p:cNvSpPr txBox="1"/>
          <p:nvPr/>
        </p:nvSpPr>
        <p:spPr>
          <a:xfrm>
            <a:off x="29248095" y="6468692"/>
            <a:ext cx="208773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cs typeface="Arial" panose="020B0604020202020204" pitchFamily="34" charset="0"/>
              </a:rPr>
              <a:t>Higher Education Subjects</a:t>
            </a:r>
            <a:endParaRPr lang="zh-CN" altLang="en-US" sz="32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1" name="文本框 133"/>
          <p:cNvSpPr txBox="1"/>
          <p:nvPr/>
        </p:nvSpPr>
        <p:spPr>
          <a:xfrm>
            <a:off x="24548006" y="4601121"/>
            <a:ext cx="1941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Biology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2" name="文本框 133"/>
          <p:cNvSpPr txBox="1"/>
          <p:nvPr/>
        </p:nvSpPr>
        <p:spPr>
          <a:xfrm>
            <a:off x="24540053" y="5171899"/>
            <a:ext cx="1981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Chinese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3" name="文本框 54"/>
          <p:cNvSpPr txBox="1"/>
          <p:nvPr/>
        </p:nvSpPr>
        <p:spPr>
          <a:xfrm>
            <a:off x="29319416" y="16025727"/>
            <a:ext cx="20877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Astronomy</a:t>
            </a:r>
          </a:p>
        </p:txBody>
      </p:sp>
      <p:sp>
        <p:nvSpPr>
          <p:cNvPr id="134" name="文本框 55"/>
          <p:cNvSpPr txBox="1"/>
          <p:nvPr/>
        </p:nvSpPr>
        <p:spPr>
          <a:xfrm>
            <a:off x="30291962" y="12871850"/>
            <a:ext cx="26702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Applied Economics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5" name="文本框 57"/>
          <p:cNvSpPr txBox="1"/>
          <p:nvPr/>
        </p:nvSpPr>
        <p:spPr>
          <a:xfrm>
            <a:off x="30085411" y="13963756"/>
            <a:ext cx="2610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General Education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6" name="文本框 5"/>
          <p:cNvSpPr txBox="1"/>
          <p:nvPr/>
        </p:nvSpPr>
        <p:spPr>
          <a:xfrm>
            <a:off x="30446685" y="9451783"/>
            <a:ext cx="2197830" cy="756726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Aerospace Science &amp; Technology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37" name="文本框 6"/>
          <p:cNvSpPr txBox="1"/>
          <p:nvPr/>
        </p:nvSpPr>
        <p:spPr>
          <a:xfrm>
            <a:off x="30612820" y="11091449"/>
            <a:ext cx="2400813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Aquaculture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8" name="文本框 7"/>
          <p:cNvSpPr txBox="1"/>
          <p:nvPr/>
        </p:nvSpPr>
        <p:spPr>
          <a:xfrm>
            <a:off x="29578880" y="14964495"/>
            <a:ext cx="2718653" cy="505317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Crop Science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39" name="文本框 69"/>
          <p:cNvSpPr txBox="1"/>
          <p:nvPr/>
        </p:nvSpPr>
        <p:spPr>
          <a:xfrm>
            <a:off x="31397076" y="8847301"/>
            <a:ext cx="946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Law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0" name="文本框 6"/>
          <p:cNvSpPr txBox="1"/>
          <p:nvPr/>
        </p:nvSpPr>
        <p:spPr>
          <a:xfrm>
            <a:off x="30530515" y="11721004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Computer Science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1" name="文本框 6"/>
          <p:cNvSpPr txBox="1"/>
          <p:nvPr/>
        </p:nvSpPr>
        <p:spPr>
          <a:xfrm>
            <a:off x="29754812" y="8038352"/>
            <a:ext cx="2366788" cy="1051414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Automation Control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2" name="文本框 6"/>
          <p:cNvSpPr txBox="1"/>
          <p:nvPr/>
        </p:nvSpPr>
        <p:spPr>
          <a:xfrm>
            <a:off x="29732112" y="15502374"/>
            <a:ext cx="2565420" cy="539338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solidFill>
                  <a:schemeClr val="bg1"/>
                </a:solidFill>
                <a:cs typeface="Arial" panose="020B0604020202020204" pitchFamily="34" charset="0"/>
              </a:rPr>
              <a:t>Agriculture</a:t>
            </a:r>
            <a:endParaRPr lang="zh-CN" altLang="en-US" sz="32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3" name="文本框 56"/>
          <p:cNvSpPr txBox="1"/>
          <p:nvPr/>
        </p:nvSpPr>
        <p:spPr>
          <a:xfrm>
            <a:off x="26122563" y="18098838"/>
            <a:ext cx="41347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Theoretical Economics</a:t>
            </a:r>
          </a:p>
        </p:txBody>
      </p:sp>
      <p:sp>
        <p:nvSpPr>
          <p:cNvPr id="144" name="文本框 58"/>
          <p:cNvSpPr txBox="1"/>
          <p:nvPr/>
        </p:nvSpPr>
        <p:spPr>
          <a:xfrm>
            <a:off x="27329578" y="17564453"/>
            <a:ext cx="3418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Physical Education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5" name="文本框 59"/>
          <p:cNvSpPr txBox="1"/>
          <p:nvPr/>
        </p:nvSpPr>
        <p:spPr>
          <a:xfrm>
            <a:off x="22233429" y="19859681"/>
            <a:ext cx="46132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Business Administration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6" name="文本框 60"/>
          <p:cNvSpPr txBox="1"/>
          <p:nvPr/>
        </p:nvSpPr>
        <p:spPr>
          <a:xfrm>
            <a:off x="20462385" y="19232783"/>
            <a:ext cx="40776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Public Administration</a:t>
            </a:r>
          </a:p>
        </p:txBody>
      </p:sp>
      <p:sp>
        <p:nvSpPr>
          <p:cNvPr id="147" name="文本框 61"/>
          <p:cNvSpPr txBox="1"/>
          <p:nvPr/>
        </p:nvSpPr>
        <p:spPr>
          <a:xfrm>
            <a:off x="25133062" y="19277098"/>
            <a:ext cx="31748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Clinical Medicine</a:t>
            </a:r>
          </a:p>
        </p:txBody>
      </p:sp>
      <p:sp>
        <p:nvSpPr>
          <p:cNvPr id="148" name="文本框 62"/>
          <p:cNvSpPr txBox="1"/>
          <p:nvPr/>
        </p:nvSpPr>
        <p:spPr>
          <a:xfrm>
            <a:off x="26038011" y="18730412"/>
            <a:ext cx="27260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Basic Medicine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49" name="文本框 67"/>
          <p:cNvSpPr txBox="1"/>
          <p:nvPr/>
        </p:nvSpPr>
        <p:spPr>
          <a:xfrm>
            <a:off x="28957598" y="16541341"/>
            <a:ext cx="21220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Sociology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0" name="文本框 68"/>
          <p:cNvSpPr txBox="1"/>
          <p:nvPr/>
        </p:nvSpPr>
        <p:spPr>
          <a:xfrm>
            <a:off x="23130881" y="18605886"/>
            <a:ext cx="2339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Psychology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1" name="文本框 70"/>
          <p:cNvSpPr txBox="1"/>
          <p:nvPr/>
        </p:nvSpPr>
        <p:spPr>
          <a:xfrm>
            <a:off x="18285357" y="17443280"/>
            <a:ext cx="28205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Management</a:t>
            </a:r>
          </a:p>
        </p:txBody>
      </p:sp>
      <p:sp>
        <p:nvSpPr>
          <p:cNvPr id="152" name="文本框 71"/>
          <p:cNvSpPr txBox="1"/>
          <p:nvPr/>
        </p:nvSpPr>
        <p:spPr>
          <a:xfrm>
            <a:off x="28769633" y="17076626"/>
            <a:ext cx="21685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Linguistics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3" name="文本框 72"/>
          <p:cNvSpPr txBox="1"/>
          <p:nvPr/>
        </p:nvSpPr>
        <p:spPr>
          <a:xfrm>
            <a:off x="18196920" y="16792521"/>
            <a:ext cx="21881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Journalism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4" name="文本框 73"/>
          <p:cNvSpPr txBox="1"/>
          <p:nvPr/>
        </p:nvSpPr>
        <p:spPr>
          <a:xfrm>
            <a:off x="18878728" y="18021111"/>
            <a:ext cx="30278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Theory of Music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55" name="文本框 74"/>
          <p:cNvSpPr txBox="1"/>
          <p:nvPr/>
        </p:nvSpPr>
        <p:spPr>
          <a:xfrm>
            <a:off x="19530859" y="18592171"/>
            <a:ext cx="32829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Arial" panose="020B0604020202020204" pitchFamily="34" charset="0"/>
              </a:rPr>
              <a:t>Military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76</Words>
  <Application>Microsoft Office PowerPoint</Application>
  <PresentationFormat>自定义</PresentationFormat>
  <Paragraphs>48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luna liang</dc:creator>
  <cp:lastModifiedBy>luna liang</cp:lastModifiedBy>
  <cp:revision>2</cp:revision>
  <dcterms:created xsi:type="dcterms:W3CDTF">2025-10-22T07:04:00Z</dcterms:created>
  <dcterms:modified xsi:type="dcterms:W3CDTF">2025-10-22T07:12:43Z</dcterms:modified>
</cp:coreProperties>
</file>