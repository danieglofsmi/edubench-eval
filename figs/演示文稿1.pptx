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olors1.xml" ContentType="application/vnd.ms-office.chartcolorstyle+xml"/>
  <Override PartName="/ppt/charts/colors10.xml" ContentType="application/vnd.ms-office.chartcolorstyle+xml"/>
  <Override PartName="/ppt/charts/colors11.xml" ContentType="application/vnd.ms-office.chartcolorstyle+xml"/>
  <Override PartName="/ppt/charts/colors12.xml" ContentType="application/vnd.ms-office.chartcolorstyle+xml"/>
  <Override PartName="/ppt/charts/colors13.xml" ContentType="application/vnd.ms-office.chartcolorstyle+xml"/>
  <Override PartName="/ppt/charts/colors14.xml" ContentType="application/vnd.ms-office.chartcolorstyle+xml"/>
  <Override PartName="/ppt/charts/colors15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colors9.xml" ContentType="application/vnd.ms-office.chartcolorstyle+xml"/>
  <Override PartName="/ppt/charts/style1.xml" ContentType="application/vnd.ms-office.chartstyle+xml"/>
  <Override PartName="/ppt/charts/style10.xml" ContentType="application/vnd.ms-office.chartstyle+xml"/>
  <Override PartName="/ppt/charts/style11.xml" ContentType="application/vnd.ms-office.chartstyle+xml"/>
  <Override PartName="/ppt/charts/style12.xml" ContentType="application/vnd.ms-office.chartstyle+xml"/>
  <Override PartName="/ppt/charts/style13.xml" ContentType="application/vnd.ms-office.chartstyle+xml"/>
  <Override PartName="/ppt/charts/style14.xml" ContentType="application/vnd.ms-office.chartstyle+xml"/>
  <Override PartName="/ppt/charts/style15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charts/style9.xml" ContentType="application/vnd.ms-office.chartstyle+xml"/>
  <Override PartName="/ppt/drawings/drawing1.xml" ContentType="application/vnd.openxmlformats-officedocument.drawingml.chartshap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3"/>
    <p:sldId id="260" r:id="rId4"/>
    <p:sldId id="263" r:id="rId5"/>
    <p:sldId id="264" r:id="rId6"/>
    <p:sldId id="265" r:id="rId7"/>
    <p:sldId id="266" r:id="rId8"/>
    <p:sldId id="268" r:id="rId9"/>
    <p:sldId id="270" r:id="rId11"/>
  </p:sldIdLst>
  <p:sldSz cx="25560020" cy="2195957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9E65"/>
    <a:srgbClr val="E2F0D9"/>
    <a:srgbClr val="A9D18E"/>
    <a:srgbClr val="9AD5EA"/>
    <a:srgbClr val="73C0DE"/>
    <a:srgbClr val="73B248"/>
    <a:srgbClr val="87BF61"/>
    <a:srgbClr val="DEEBF7"/>
    <a:srgbClr val="C5E0B4"/>
    <a:srgbClr val="BDD7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88" autoAdjust="0"/>
    <p:restoredTop sz="94660"/>
  </p:normalViewPr>
  <p:slideViewPr>
    <p:cSldViewPr snapToGrid="0">
      <p:cViewPr>
        <p:scale>
          <a:sx n="33" d="100"/>
          <a:sy n="33" d="100"/>
        </p:scale>
        <p:origin x="1060" y="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file:///C:\Users\lxy\Desktop\&#24037;&#20316;&#31807;1.xlsx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oleObject" Target="file:///C:\Users\lxy\Desktop\&#24037;&#20316;&#31807;1.xlsx" TargetMode="External"/></Relationships>
</file>

<file path=ppt/charts/_rels/chart3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microsoft.com/office/2011/relationships/chartStyle" Target="style3.xml"/><Relationship Id="rId1" Type="http://schemas.openxmlformats.org/officeDocument/2006/relationships/oleObject" Target="file:///C:\Users\lxy\Desktop\&#24037;&#20316;&#31807;1.xlsx" TargetMode="External"/></Relationships>
</file>

<file path=ppt/charts/_rels/chart4.xml.rels><?xml version="1.0" encoding="UTF-8" standalone="yes"?>
<Relationships xmlns="http://schemas.openxmlformats.org/package/2006/relationships"><Relationship Id="rId3" Type="http://schemas.microsoft.com/office/2011/relationships/chartColorStyle" Target="colors4.xml"/><Relationship Id="rId2" Type="http://schemas.microsoft.com/office/2011/relationships/chartStyle" Target="style4.xml"/><Relationship Id="rId1" Type="http://schemas.openxmlformats.org/officeDocument/2006/relationships/oleObject" Target="file:///C:\Users\lxy\Desktop\&#24037;&#20316;&#31807;1.xlsx" TargetMode="External"/></Relationships>
</file>

<file path=ppt/charts/_rels/chart5.xml.rels><?xml version="1.0" encoding="UTF-8" standalone="yes"?>
<Relationships xmlns="http://schemas.openxmlformats.org/package/2006/relationships"><Relationship Id="rId3" Type="http://schemas.microsoft.com/office/2011/relationships/chartColorStyle" Target="colors5.xml"/><Relationship Id="rId2" Type="http://schemas.microsoft.com/office/2011/relationships/chartStyle" Target="style5.xml"/><Relationship Id="rId1" Type="http://schemas.openxmlformats.org/officeDocument/2006/relationships/oleObject" Target="file:///D:\BIT\NLP\EduBench\&#24037;&#20316;&#31807;1.xlsx" TargetMode="External"/></Relationships>
</file>

<file path=ppt/charts/_rels/chart6.xml.rels><?xml version="1.0" encoding="UTF-8" standalone="yes"?>
<Relationships xmlns="http://schemas.openxmlformats.org/package/2006/relationships"><Relationship Id="rId4" Type="http://schemas.microsoft.com/office/2011/relationships/chartColorStyle" Target="colors6.xml"/><Relationship Id="rId3" Type="http://schemas.microsoft.com/office/2011/relationships/chartStyle" Target="style6.xml"/><Relationship Id="rId2" Type="http://schemas.openxmlformats.org/officeDocument/2006/relationships/chartUserShapes" Target="../drawings/drawing1.xml"/><Relationship Id="rId1" Type="http://schemas.openxmlformats.org/officeDocument/2006/relationships/oleObject" Target="file:///C:\Users\lxy\Desktop\&#24037;&#20316;&#31807;1.xlsx" TargetMode="External"/></Relationships>
</file>

<file path=ppt/charts/_rels/chart7.xml.rels><?xml version="1.0" encoding="UTF-8" standalone="yes"?>
<Relationships xmlns="http://schemas.openxmlformats.org/package/2006/relationships"><Relationship Id="rId3" Type="http://schemas.microsoft.com/office/2011/relationships/chartColorStyle" Target="colors7.xml"/><Relationship Id="rId2" Type="http://schemas.microsoft.com/office/2011/relationships/chartStyle" Target="style7.xml"/><Relationship Id="rId1" Type="http://schemas.openxmlformats.org/officeDocument/2006/relationships/oleObject" Target="file:///C:\Users\lxy\Desktop\&#24037;&#20316;&#31807;1.xlsx" TargetMode="External"/></Relationships>
</file>

<file path=ppt/charts/_rels/chart8.xml.rels><?xml version="1.0" encoding="UTF-8" standalone="yes"?>
<Relationships xmlns="http://schemas.openxmlformats.org/package/2006/relationships"><Relationship Id="rId3" Type="http://schemas.microsoft.com/office/2011/relationships/chartColorStyle" Target="colors8.xml"/><Relationship Id="rId2" Type="http://schemas.microsoft.com/office/2011/relationships/chartStyle" Target="style8.xml"/><Relationship Id="rId1" Type="http://schemas.openxmlformats.org/officeDocument/2006/relationships/oleObject" Target="file:///C:\Users\lxy\Desktop\&#24037;&#20316;&#31807;1.xlsx" TargetMode="External"/></Relationships>
</file>

<file path=ppt/charts/_rels/chart9.xml.rels><?xml version="1.0" encoding="UTF-8" standalone="yes"?>
<Relationships xmlns="http://schemas.openxmlformats.org/package/2006/relationships"><Relationship Id="rId3" Type="http://schemas.microsoft.com/office/2011/relationships/chartColorStyle" Target="colors9.xml"/><Relationship Id="rId2" Type="http://schemas.microsoft.com/office/2011/relationships/chartStyle" Target="style9.xml"/><Relationship Id="rId1" Type="http://schemas.openxmlformats.org/officeDocument/2006/relationships/oleObject" Target="file:///C:\Users\lxy\Desktop\&#24037;&#20316;&#31807;1.xlsx" TargetMode="External"/></Relationships>
</file>

<file path=ppt/charts/_rels/chart10.xml.rels><?xml version="1.0" encoding="UTF-8" standalone="yes"?>
<Relationships xmlns="http://schemas.openxmlformats.org/package/2006/relationships"><Relationship Id="rId3" Type="http://schemas.microsoft.com/office/2011/relationships/chartColorStyle" Target="colors10.xml"/><Relationship Id="rId2" Type="http://schemas.microsoft.com/office/2011/relationships/chartStyle" Target="style10.xml"/><Relationship Id="rId1" Type="http://schemas.openxmlformats.org/officeDocument/2006/relationships/oleObject" Target="file:///C:\Users\lxy\Desktop\&#24037;&#20316;&#31807;1.xlsx" TargetMode="External"/></Relationships>
</file>

<file path=ppt/charts/_rels/chart11.xml.rels><?xml version="1.0" encoding="UTF-8" standalone="yes"?>
<Relationships xmlns="http://schemas.openxmlformats.org/package/2006/relationships"><Relationship Id="rId3" Type="http://schemas.microsoft.com/office/2011/relationships/chartColorStyle" Target="colors11.xml"/><Relationship Id="rId2" Type="http://schemas.microsoft.com/office/2011/relationships/chartStyle" Target="style11.xml"/><Relationship Id="rId1" Type="http://schemas.openxmlformats.org/officeDocument/2006/relationships/oleObject" Target="file:///D:\BIT\NLP\EduBench\&#24037;&#20316;&#31807;1.xlsx" TargetMode="External"/></Relationships>
</file>

<file path=ppt/charts/_rels/chart12.xml.rels><?xml version="1.0" encoding="UTF-8" standalone="yes"?>
<Relationships xmlns="http://schemas.openxmlformats.org/package/2006/relationships"><Relationship Id="rId3" Type="http://schemas.microsoft.com/office/2011/relationships/chartColorStyle" Target="colors12.xml"/><Relationship Id="rId2" Type="http://schemas.microsoft.com/office/2011/relationships/chartStyle" Target="style12.xml"/><Relationship Id="rId1" Type="http://schemas.openxmlformats.org/officeDocument/2006/relationships/oleObject" Target="file:///D:\BIT\NLP\EduBench\&#24037;&#20316;&#31807;1.xlsx" TargetMode="External"/></Relationships>
</file>

<file path=ppt/charts/_rels/chart13.xml.rels><?xml version="1.0" encoding="UTF-8" standalone="yes"?>
<Relationships xmlns="http://schemas.openxmlformats.org/package/2006/relationships"><Relationship Id="rId3" Type="http://schemas.microsoft.com/office/2011/relationships/chartColorStyle" Target="colors13.xml"/><Relationship Id="rId2" Type="http://schemas.microsoft.com/office/2011/relationships/chartStyle" Target="style13.xml"/><Relationship Id="rId1" Type="http://schemas.openxmlformats.org/officeDocument/2006/relationships/oleObject" Target="file:///D:\BIT\NLP\EduBench\&#24037;&#20316;&#31807;1.xlsx" TargetMode="External"/></Relationships>
</file>

<file path=ppt/charts/_rels/chart14.xml.rels><?xml version="1.0" encoding="UTF-8" standalone="yes"?>
<Relationships xmlns="http://schemas.openxmlformats.org/package/2006/relationships"><Relationship Id="rId3" Type="http://schemas.microsoft.com/office/2011/relationships/chartColorStyle" Target="colors14.xml"/><Relationship Id="rId2" Type="http://schemas.microsoft.com/office/2011/relationships/chartStyle" Target="style14.xml"/><Relationship Id="rId1" Type="http://schemas.openxmlformats.org/officeDocument/2006/relationships/oleObject" Target="file:///D:\BIT\NLP\EduBench\&#24037;&#20316;&#31807;1.xlsx" TargetMode="External"/></Relationships>
</file>

<file path=ppt/charts/_rels/chart15.xml.rels><?xml version="1.0" encoding="UTF-8" standalone="yes"?>
<Relationships xmlns="http://schemas.openxmlformats.org/package/2006/relationships"><Relationship Id="rId3" Type="http://schemas.microsoft.com/office/2011/relationships/chartColorStyle" Target="colors15.xml"/><Relationship Id="rId2" Type="http://schemas.microsoft.com/office/2011/relationships/chartStyle" Target="style15.xml"/><Relationship Id="rId1" Type="http://schemas.openxmlformats.org/officeDocument/2006/relationships/oleObject" Target="file:///D:\BIT\NLP\EduBench\&#24037;&#20316;&#31807;1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01266846718492"/>
          <c:y val="0.0759539426142593"/>
          <c:w val="0.632234636807112"/>
          <c:h val="0.96914446002805"/>
        </c:manualLayout>
      </c:layout>
      <c:doughnutChart>
        <c:varyColors val="1"/>
        <c:ser>
          <c:idx val="0"/>
          <c:order val="0"/>
          <c:spPr>
            <a:ln w="38100">
              <a:solidFill>
                <a:schemeClr val="bg1">
                  <a:alpha val="0"/>
                </a:schemeClr>
              </a:solidFill>
            </a:ln>
            <a:effectLst>
              <a:glow rad="304800">
                <a:schemeClr val="accent6">
                  <a:lumMod val="20000"/>
                  <a:lumOff val="80000"/>
                  <a:alpha val="40000"/>
                </a:schemeClr>
              </a:glow>
              <a:outerShdw dist="50800" dir="5400000" sx="99000" sy="99000" algn="ctr" rotWithShape="0">
                <a:srgbClr val="000000">
                  <a:alpha val="56000"/>
                </a:srgbClr>
              </a:outerShdw>
            </a:effectLst>
          </c:spPr>
          <c:explosion val="2"/>
          <c:dPt>
            <c:idx val="0"/>
            <c:bubble3D val="0"/>
            <c:spPr>
              <a:solidFill>
                <a:srgbClr val="7CAFDE"/>
              </a:solidFill>
              <a:ln w="38100">
                <a:solidFill>
                  <a:schemeClr val="bg1">
                    <a:alpha val="0"/>
                  </a:schemeClr>
                </a:solidFill>
              </a:ln>
              <a:effectLst>
                <a:glow rad="304800">
                  <a:schemeClr val="accent6">
                    <a:lumMod val="20000"/>
                    <a:lumOff val="80000"/>
                    <a:alpha val="40000"/>
                  </a:schemeClr>
                </a:glow>
                <a:outerShdw dist="50800" dir="5400000" sx="99000" sy="99000" algn="ctr" rotWithShape="0">
                  <a:srgbClr val="000000">
                    <a:alpha val="56000"/>
                  </a:srgbClr>
                </a:outerShdw>
              </a:effectLst>
            </c:spPr>
          </c:dPt>
          <c:dPt>
            <c:idx val="1"/>
            <c:bubble3D val="0"/>
            <c:spPr>
              <a:solidFill>
                <a:srgbClr val="73C0DE"/>
              </a:solidFill>
              <a:ln w="38100">
                <a:solidFill>
                  <a:schemeClr val="bg1">
                    <a:alpha val="0"/>
                  </a:schemeClr>
                </a:solidFill>
              </a:ln>
              <a:effectLst>
                <a:glow rad="304800">
                  <a:schemeClr val="accent6">
                    <a:lumMod val="20000"/>
                    <a:lumOff val="80000"/>
                    <a:alpha val="40000"/>
                  </a:schemeClr>
                </a:glow>
                <a:outerShdw dist="50800" dir="5400000" sx="99000" sy="99000" algn="ctr" rotWithShape="0">
                  <a:srgbClr val="000000">
                    <a:alpha val="56000"/>
                  </a:srgbClr>
                </a:outerShdw>
              </a:effectLst>
            </c:spPr>
          </c:dPt>
          <c:dPt>
            <c:idx val="2"/>
            <c:bubble3D val="0"/>
            <c:spPr>
              <a:solidFill>
                <a:srgbClr val="9AD5EA"/>
              </a:solidFill>
              <a:ln w="38100">
                <a:solidFill>
                  <a:schemeClr val="bg1">
                    <a:alpha val="0"/>
                  </a:schemeClr>
                </a:solidFill>
              </a:ln>
              <a:effectLst>
                <a:glow rad="304800">
                  <a:schemeClr val="accent6">
                    <a:lumMod val="20000"/>
                    <a:lumOff val="80000"/>
                    <a:alpha val="40000"/>
                  </a:schemeClr>
                </a:glow>
                <a:outerShdw dist="50800" dir="5400000" sx="99000" sy="99000" algn="ctr" rotWithShape="0">
                  <a:srgbClr val="000000">
                    <a:alpha val="56000"/>
                  </a:srgbClr>
                </a:outerShdw>
              </a:effectLst>
            </c:spPr>
          </c:dPt>
          <c:dPt>
            <c:idx val="3"/>
            <c:bubble3D val="0"/>
            <c:spPr>
              <a:solidFill>
                <a:schemeClr val="accent5">
                  <a:lumMod val="40000"/>
                  <a:lumOff val="60000"/>
                </a:schemeClr>
              </a:solidFill>
              <a:ln w="38100">
                <a:solidFill>
                  <a:schemeClr val="bg1">
                    <a:alpha val="0"/>
                  </a:schemeClr>
                </a:solidFill>
              </a:ln>
              <a:effectLst>
                <a:glow rad="304800">
                  <a:schemeClr val="accent6">
                    <a:lumMod val="20000"/>
                    <a:lumOff val="80000"/>
                    <a:alpha val="40000"/>
                  </a:schemeClr>
                </a:glow>
                <a:outerShdw dist="50800" dir="5400000" sx="99000" sy="99000" algn="ctr" rotWithShape="0">
                  <a:srgbClr val="000000">
                    <a:alpha val="56000"/>
                  </a:srgbClr>
                </a:outerShdw>
              </a:effectLst>
            </c:spPr>
          </c:dPt>
          <c:dPt>
            <c:idx val="4"/>
            <c:bubble3D val="0"/>
            <c:spPr>
              <a:solidFill>
                <a:schemeClr val="accent5">
                  <a:lumMod val="20000"/>
                  <a:lumOff val="80000"/>
                </a:schemeClr>
              </a:solidFill>
              <a:ln w="38100">
                <a:solidFill>
                  <a:schemeClr val="bg1">
                    <a:alpha val="0"/>
                  </a:schemeClr>
                </a:solidFill>
              </a:ln>
              <a:effectLst>
                <a:glow rad="304800">
                  <a:schemeClr val="accent6">
                    <a:lumMod val="20000"/>
                    <a:lumOff val="80000"/>
                    <a:alpha val="40000"/>
                  </a:schemeClr>
                </a:glow>
                <a:outerShdw dist="50800" dir="5400000" sx="99000" sy="99000" algn="ctr" rotWithShape="0">
                  <a:srgbClr val="000000">
                    <a:alpha val="56000"/>
                  </a:srgbClr>
                </a:outerShdw>
              </a:effectLst>
            </c:spPr>
          </c:dPt>
          <c:dPt>
            <c:idx val="5"/>
            <c:bubble3D val="0"/>
            <c:spPr>
              <a:solidFill>
                <a:schemeClr val="accent6">
                  <a:lumMod val="20000"/>
                  <a:lumOff val="80000"/>
                </a:schemeClr>
              </a:solidFill>
              <a:ln w="38100">
                <a:solidFill>
                  <a:schemeClr val="bg1">
                    <a:alpha val="0"/>
                  </a:schemeClr>
                </a:solidFill>
              </a:ln>
              <a:effectLst>
                <a:glow rad="304800">
                  <a:schemeClr val="accent6">
                    <a:lumMod val="20000"/>
                    <a:lumOff val="80000"/>
                    <a:alpha val="40000"/>
                  </a:schemeClr>
                </a:glow>
                <a:outerShdw dist="50800" dir="5400000" sx="99000" sy="99000" algn="ctr" rotWithShape="0">
                  <a:srgbClr val="000000">
                    <a:alpha val="56000"/>
                  </a:srgbClr>
                </a:outerShdw>
              </a:effectLst>
            </c:spPr>
          </c:dPt>
          <c:dPt>
            <c:idx val="6"/>
            <c:bubble3D val="0"/>
            <c:spPr>
              <a:solidFill>
                <a:schemeClr val="accent6">
                  <a:lumMod val="40000"/>
                  <a:lumOff val="60000"/>
                </a:schemeClr>
              </a:solidFill>
              <a:ln w="38100">
                <a:solidFill>
                  <a:schemeClr val="bg1">
                    <a:alpha val="0"/>
                  </a:schemeClr>
                </a:solidFill>
              </a:ln>
              <a:effectLst>
                <a:glow rad="304800">
                  <a:schemeClr val="accent6">
                    <a:lumMod val="20000"/>
                    <a:lumOff val="80000"/>
                    <a:alpha val="40000"/>
                  </a:schemeClr>
                </a:glow>
                <a:outerShdw dist="50800" dir="5400000" sx="99000" sy="99000" algn="ctr" rotWithShape="0">
                  <a:srgbClr val="000000">
                    <a:alpha val="56000"/>
                  </a:srgbClr>
                </a:outerShdw>
              </a:effectLst>
            </c:spPr>
          </c:dPt>
          <c:dPt>
            <c:idx val="7"/>
            <c:bubble3D val="0"/>
            <c:spPr>
              <a:solidFill>
                <a:schemeClr val="accent6">
                  <a:lumMod val="60000"/>
                  <a:lumOff val="40000"/>
                </a:schemeClr>
              </a:solidFill>
              <a:ln w="38100">
                <a:solidFill>
                  <a:schemeClr val="bg1">
                    <a:alpha val="0"/>
                  </a:schemeClr>
                </a:solidFill>
              </a:ln>
              <a:effectLst>
                <a:glow rad="304800">
                  <a:schemeClr val="accent6">
                    <a:lumMod val="20000"/>
                    <a:lumOff val="80000"/>
                    <a:alpha val="40000"/>
                  </a:schemeClr>
                </a:glow>
                <a:outerShdw dist="50800" dir="5400000" sx="99000" sy="99000" algn="ctr" rotWithShape="0">
                  <a:srgbClr val="000000">
                    <a:alpha val="56000"/>
                  </a:srgbClr>
                </a:outerShdw>
              </a:effectLst>
            </c:spPr>
          </c:dPt>
          <c:dPt>
            <c:idx val="8"/>
            <c:bubble3D val="0"/>
            <c:spPr>
              <a:solidFill>
                <a:srgbClr val="70AD47"/>
              </a:solidFill>
              <a:ln w="38100">
                <a:solidFill>
                  <a:schemeClr val="bg1">
                    <a:alpha val="0"/>
                  </a:schemeClr>
                </a:solidFill>
              </a:ln>
              <a:effectLst>
                <a:glow rad="304800">
                  <a:schemeClr val="accent6">
                    <a:lumMod val="20000"/>
                    <a:lumOff val="80000"/>
                    <a:alpha val="40000"/>
                  </a:schemeClr>
                </a:glow>
                <a:outerShdw dist="50800" dir="5400000" sx="99000" sy="99000" algn="ctr" rotWithShape="0">
                  <a:srgbClr val="000000">
                    <a:alpha val="56000"/>
                  </a:srgbClr>
                </a:outerShdw>
              </a:effectLst>
            </c:spPr>
          </c:dPt>
          <c:dLbls>
            <c:delete val="1"/>
          </c:dLbls>
          <c:cat>
            <c:strRef>
              <c:f>Sheet1!$D$5:$D$13</c:f>
              <c:strCache>
                <c:ptCount val="9"/>
                <c:pt idx="0">
                  <c:v>Problem Solving</c:v>
                </c:pt>
                <c:pt idx="1">
                  <c:v>Error Correction</c:v>
                </c:pt>
                <c:pt idx="2">
                  <c:v>Question Answering</c:v>
                </c:pt>
                <c:pt idx="3">
                  <c:v>Personalized Learning Support</c:v>
                </c:pt>
                <c:pt idx="4">
                  <c:v>Emotional Support</c:v>
                </c:pt>
                <c:pt idx="5">
                  <c:v>Question Generation</c:v>
                </c:pt>
                <c:pt idx="6">
                  <c:v>Automatic Grading</c:v>
                </c:pt>
                <c:pt idx="7">
                  <c:v>Teaching Material Generation</c:v>
                </c:pt>
                <c:pt idx="8">
                  <c:v>Personalized Content Creation</c:v>
                </c:pt>
              </c:strCache>
            </c:strRef>
          </c:cat>
          <c:val>
            <c:numRef>
              <c:f>Sheet1!$E$5:$E$13</c:f>
              <c:numCache>
                <c:formatCode>General</c:formatCode>
                <c:ptCount val="9"/>
                <c:pt idx="0">
                  <c:v>2339</c:v>
                </c:pt>
                <c:pt idx="1">
                  <c:v>1660</c:v>
                </c:pt>
                <c:pt idx="2">
                  <c:v>2308</c:v>
                </c:pt>
                <c:pt idx="3">
                  <c:v>413</c:v>
                </c:pt>
                <c:pt idx="4">
                  <c:v>2401</c:v>
                </c:pt>
                <c:pt idx="5">
                  <c:v>2587</c:v>
                </c:pt>
                <c:pt idx="6">
                  <c:v>1960</c:v>
                </c:pt>
                <c:pt idx="7">
                  <c:v>2515</c:v>
                </c:pt>
                <c:pt idx="8">
                  <c:v>807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43"/>
      </c:doughnutChart>
      <c:spPr>
        <a:noFill/>
        <a:ln>
          <a:noFill/>
        </a:ln>
        <a:effectLst>
          <a:outerShdw blurRad="50800" dist="38100" sx="1000" sy="1000" algn="l" rotWithShape="0">
            <a:prstClr val="black"/>
          </a:outerShdw>
        </a:effectLst>
      </c:spPr>
    </c:plotArea>
    <c:plotVisOnly val="1"/>
    <c:dispBlanksAs val="gap"/>
    <c:showDLblsOverMax val="0"/>
    <c:extLst>
      <c:ext uri="{0b15fc19-7d7d-44ad-8c2d-2c3a37ce22c3}">
        <chartProps xmlns="https://web.wps.cn/et/2018/main" chartId="{9254dc1a-63d1-4c7a-8eca-88ef0a94f1bb}"/>
      </c:ext>
    </c:extLst>
  </c:chart>
  <c:spPr>
    <a:noFill/>
    <a:ln w="28575">
      <a:solidFill>
        <a:schemeClr val="bg1"/>
      </a:solidFill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41719106296297"/>
          <c:y val="0.0359278357143776"/>
          <c:w val="0.555670177696824"/>
          <c:h val="0.928144328571245"/>
        </c:manualLayout>
      </c:layout>
      <c:pieChart>
        <c:varyColors val="1"/>
        <c:ser>
          <c:idx val="0"/>
          <c:order val="0"/>
          <c:spPr>
            <a:solidFill>
              <a:srgbClr val="73C0DE"/>
            </a:solidFill>
          </c:spPr>
          <c:explosion val="0"/>
          <c:dPt>
            <c:idx val="0"/>
            <c:bubble3D val="0"/>
            <c:spPr>
              <a:solidFill>
                <a:srgbClr val="2E99C4"/>
              </a:solidFill>
              <a:ln w="25400">
                <a:solidFill>
                  <a:schemeClr val="bg1">
                    <a:alpha val="20000"/>
                  </a:schemeClr>
                </a:solidFill>
              </a:ln>
              <a:effectLst/>
            </c:spPr>
          </c:dPt>
          <c:dPt>
            <c:idx val="1"/>
            <c:bubble3D val="0"/>
            <c:spPr>
              <a:solidFill>
                <a:srgbClr val="73C0DE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rgbClr val="73C0DE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rgbClr val="73C0DE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rgbClr val="73C0DE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"/>
            <c:bubble3D val="0"/>
            <c:spPr>
              <a:solidFill>
                <a:srgbClr val="91CB76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elete val="1"/>
          </c:dLbls>
          <c:val>
            <c:numRef>
              <c:f>Sheet1!$C$5:$C$10</c:f>
              <c:numCache>
                <c:formatCode>General</c:formatCode>
                <c:ptCount val="6"/>
                <c:pt idx="0">
                  <c:v>9121</c:v>
                </c:pt>
                <c:pt idx="5">
                  <c:v>7869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370d6ab1-5c43-48d1-b7c3-c3c00c4d1cda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02958721015769"/>
          <c:y val="0.0268479773162458"/>
          <c:w val="0.594082616629714"/>
          <c:h val="0.973152022683754"/>
        </c:manualLayout>
      </c:layout>
      <c:doughnutChart>
        <c:varyColors val="1"/>
        <c:ser>
          <c:idx val="0"/>
          <c:order val="0"/>
          <c:spPr/>
          <c:explosion val="1"/>
          <c:dPt>
            <c:idx val="0"/>
            <c:bubble3D val="0"/>
            <c:spPr>
              <a:solidFill>
                <a:srgbClr val="FAD68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rgbClr val="FAD68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rgbClr val="FAD68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rgbClr val="FAD68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rgbClr val="98CFE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"/>
            <c:bubble3D val="0"/>
            <c:spPr>
              <a:solidFill>
                <a:srgbClr val="98CFE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6"/>
            <c:bubble3D val="0"/>
            <c:spPr>
              <a:solidFill>
                <a:srgbClr val="98CFE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7"/>
            <c:bubble3D val="0"/>
            <c:spPr>
              <a:solidFill>
                <a:srgbClr val="98CFE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8"/>
            <c:bubble3D val="0"/>
            <c:spPr>
              <a:solidFill>
                <a:srgbClr val="ACD998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9"/>
            <c:bubble3D val="0"/>
            <c:spPr>
              <a:solidFill>
                <a:srgbClr val="ACD998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0"/>
            <c:bubble3D val="0"/>
            <c:spPr>
              <a:solidFill>
                <a:srgbClr val="ACD998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1"/>
            <c:bubble3D val="0"/>
            <c:spPr>
              <a:solidFill>
                <a:srgbClr val="ACD998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elete val="1"/>
          </c:dLbls>
          <c:cat>
            <c:strRef>
              <c:f>Sheet1!$D$62:$D$73</c:f>
              <c:strCache>
                <c:ptCount val="12"/>
                <c:pt idx="0">
                  <c:v>Instruction Following &amp; Task Completion</c:v>
                </c:pt>
                <c:pt idx="1">
                  <c:v>Role &amp; Tone Consistency</c:v>
                </c:pt>
                <c:pt idx="2">
                  <c:v>Content Relevance &amp; Scope Control</c:v>
                </c:pt>
                <c:pt idx="3">
                  <c:v>Scenario Element Integration</c:v>
                </c:pt>
                <c:pt idx="4">
                  <c:v>Basic Factual Accuracy</c:v>
                </c:pt>
                <c:pt idx="5">
                  <c:v>Domain Knowledge Accuracy</c:v>
                </c:pt>
                <c:pt idx="6">
                  <c:v>Reasoning Process Rigor</c:v>
                </c:pt>
                <c:pt idx="7">
                  <c:v>Error Identification &amp; Correction Precision</c:v>
                </c:pt>
                <c:pt idx="8">
                  <c:v>Clarity, Simplicity &amp; Inspiration</c:v>
                </c:pt>
                <c:pt idx="9">
                  <c:v>Motivation, Guidance &amp; Positive Feedback</c:v>
                </c:pt>
                <c:pt idx="10">
                  <c:v>Personalization, Adaptation &amp; Learning Support</c:v>
                </c:pt>
                <c:pt idx="11">
                  <c:v>Higher-Order Thinking &amp; Skill Development</c:v>
                </c:pt>
              </c:strCache>
            </c:strRef>
          </c:cat>
          <c:val>
            <c:numRef>
              <c:f>Sheet1!$E$62:$E$73</c:f>
              <c:numCache>
                <c:formatCode>General</c:formatCode>
                <c:ptCount val="12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46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a0a4e221-b43f-4009-b5fd-f141da8fdd18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"/>
          <c:y val="0.101851851851852"/>
          <c:w val="0.538888888888889"/>
          <c:h val="0.898148148148148"/>
        </c:manualLayout>
      </c:layout>
      <c:pieChart>
        <c:varyColors val="1"/>
        <c:ser>
          <c:idx val="0"/>
          <c:order val="0"/>
          <c:spPr/>
          <c:explosion val="0"/>
          <c:dPt>
            <c:idx val="0"/>
            <c:bubble3D val="0"/>
            <c:spPr>
              <a:solidFill>
                <a:srgbClr val="FBC85B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rgbClr val="73C0DE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8"/>
            <c:bubble3D val="0"/>
            <c:spPr>
              <a:solidFill>
                <a:srgbClr val="91CB76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elete val="1"/>
          </c:dLbls>
          <c:val>
            <c:numRef>
              <c:f>Sheet1!$C$62:$C$70</c:f>
              <c:numCache>
                <c:formatCode>General</c:formatCode>
                <c:ptCount val="9"/>
                <c:pt idx="0">
                  <c:v>4</c:v>
                </c:pt>
                <c:pt idx="4">
                  <c:v>4</c:v>
                </c:pt>
                <c:pt idx="8">
                  <c:v>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1474c79d-342a-4b8e-8f33-259716ae6dc9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56712825560266"/>
          <c:y val="0.0548225063432416"/>
          <c:w val="0.84328714223691"/>
          <c:h val="1"/>
        </c:manualLayout>
      </c:layout>
      <c:doughnutChart>
        <c:varyColors val="1"/>
        <c:ser>
          <c:idx val="0"/>
          <c:order val="0"/>
          <c:spPr/>
          <c:explosion val="0"/>
          <c:dPt>
            <c:idx val="0"/>
            <c:bubble3D val="0"/>
            <c:spPr>
              <a:solidFill>
                <a:srgbClr val="95CF7B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6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rgbClr val="95CF7B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rgbClr val="95CF7B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"/>
            <c:bubble3D val="0"/>
            <c:spPr>
              <a:solidFill>
                <a:schemeClr val="accent6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6"/>
            <c:bubble3D val="0"/>
            <c:spPr>
              <a:solidFill>
                <a:srgbClr val="95CF7B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7"/>
            <c:bubble3D val="0"/>
            <c:spPr>
              <a:solidFill>
                <a:schemeClr val="accent6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8"/>
            <c:bubble3D val="0"/>
            <c:spPr>
              <a:solidFill>
                <a:srgbClr val="95CF7B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9"/>
            <c:bubble3D val="0"/>
            <c:spPr>
              <a:solidFill>
                <a:schemeClr val="accent6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0"/>
            <c:bubble3D val="0"/>
            <c:spPr>
              <a:solidFill>
                <a:schemeClr val="accent5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1"/>
            <c:bubble3D val="0"/>
            <c:spPr>
              <a:solidFill>
                <a:srgbClr val="73C0DE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2"/>
            <c:bubble3D val="0"/>
            <c:spPr>
              <a:solidFill>
                <a:schemeClr val="accent5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3"/>
            <c:bubble3D val="0"/>
            <c:spPr>
              <a:solidFill>
                <a:srgbClr val="73C0DE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4"/>
            <c:bubble3D val="0"/>
            <c:spPr>
              <a:solidFill>
                <a:schemeClr val="accent5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5"/>
            <c:bubble3D val="0"/>
            <c:spPr>
              <a:solidFill>
                <a:srgbClr val="73C0DE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6"/>
            <c:bubble3D val="0"/>
            <c:spPr>
              <a:solidFill>
                <a:schemeClr val="accent5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7"/>
            <c:bubble3D val="0"/>
            <c:spPr>
              <a:solidFill>
                <a:srgbClr val="73C0DE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elete val="1"/>
          </c:dLbls>
          <c:cat>
            <c:strRef>
              <c:f>Sheet1!$AI$9:$AI$26</c:f>
              <c:strCache>
                <c:ptCount val="18"/>
                <c:pt idx="0">
                  <c:v>k12</c:v>
                </c:pt>
                <c:pt idx="1">
                  <c:v>higher education</c:v>
                </c:pt>
                <c:pt idx="2">
                  <c:v>k12</c:v>
                </c:pt>
                <c:pt idx="3">
                  <c:v>higher education</c:v>
                </c:pt>
                <c:pt idx="4">
                  <c:v>k12</c:v>
                </c:pt>
                <c:pt idx="5">
                  <c:v>higher education</c:v>
                </c:pt>
                <c:pt idx="6">
                  <c:v>k12</c:v>
                </c:pt>
                <c:pt idx="7">
                  <c:v>higher education</c:v>
                </c:pt>
                <c:pt idx="8">
                  <c:v>k12</c:v>
                </c:pt>
                <c:pt idx="9">
                  <c:v>higher education</c:v>
                </c:pt>
                <c:pt idx="10">
                  <c:v>k12</c:v>
                </c:pt>
                <c:pt idx="11">
                  <c:v>higher education</c:v>
                </c:pt>
                <c:pt idx="12">
                  <c:v>k12</c:v>
                </c:pt>
                <c:pt idx="13">
                  <c:v>higher education</c:v>
                </c:pt>
                <c:pt idx="14">
                  <c:v>k12</c:v>
                </c:pt>
                <c:pt idx="15">
                  <c:v>higher education</c:v>
                </c:pt>
                <c:pt idx="16">
                  <c:v>k12</c:v>
                </c:pt>
                <c:pt idx="17">
                  <c:v>higher education</c:v>
                </c:pt>
              </c:strCache>
            </c:strRef>
          </c:cat>
          <c:val>
            <c:numRef>
              <c:f>Sheet1!$AJ$9:$AJ$26</c:f>
              <c:numCache>
                <c:formatCode>General</c:formatCode>
                <c:ptCount val="18"/>
                <c:pt idx="0">
                  <c:v>597</c:v>
                </c:pt>
                <c:pt idx="1">
                  <c:v>1742</c:v>
                </c:pt>
                <c:pt idx="2">
                  <c:v>414</c:v>
                </c:pt>
                <c:pt idx="3">
                  <c:v>1246</c:v>
                </c:pt>
                <c:pt idx="4">
                  <c:v>604</c:v>
                </c:pt>
                <c:pt idx="5">
                  <c:v>1704</c:v>
                </c:pt>
                <c:pt idx="6">
                  <c:v>283</c:v>
                </c:pt>
                <c:pt idx="7">
                  <c:v>702</c:v>
                </c:pt>
                <c:pt idx="8">
                  <c:v>634</c:v>
                </c:pt>
                <c:pt idx="9">
                  <c:v>1767</c:v>
                </c:pt>
                <c:pt idx="10">
                  <c:v>668</c:v>
                </c:pt>
                <c:pt idx="11">
                  <c:v>1919</c:v>
                </c:pt>
                <c:pt idx="12">
                  <c:v>604</c:v>
                </c:pt>
                <c:pt idx="13">
                  <c:v>1356</c:v>
                </c:pt>
                <c:pt idx="14">
                  <c:v>654</c:v>
                </c:pt>
                <c:pt idx="15">
                  <c:v>1861</c:v>
                </c:pt>
                <c:pt idx="16">
                  <c:v>164</c:v>
                </c:pt>
                <c:pt idx="17">
                  <c:v>739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96c57067-a729-40b6-80d0-045ad1e59620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spPr/>
          <c:explosion val="0"/>
          <c:dPt>
            <c:idx val="0"/>
            <c:bubble3D val="0"/>
            <c:spPr>
              <a:solidFill>
                <a:schemeClr val="accent6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6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6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6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6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"/>
            <c:bubble3D val="0"/>
            <c:spPr>
              <a:solidFill>
                <a:schemeClr val="accent6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6"/>
            <c:bubble3D val="0"/>
            <c:spPr>
              <a:solidFill>
                <a:schemeClr val="accent6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7"/>
            <c:bubble3D val="0"/>
            <c:spPr>
              <a:solidFill>
                <a:schemeClr val="accent6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8"/>
            <c:bubble3D val="0"/>
            <c:spPr>
              <a:solidFill>
                <a:schemeClr val="accent5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9"/>
            <c:bubble3D val="0"/>
            <c:spPr>
              <a:solidFill>
                <a:schemeClr val="accent5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0"/>
            <c:bubble3D val="0"/>
            <c:spPr>
              <a:solidFill>
                <a:schemeClr val="accent5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1"/>
            <c:bubble3D val="0"/>
            <c:spPr>
              <a:solidFill>
                <a:schemeClr val="accent5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2"/>
            <c:bubble3D val="0"/>
            <c:spPr>
              <a:solidFill>
                <a:schemeClr val="accent5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3"/>
            <c:bubble3D val="0"/>
            <c:spPr>
              <a:solidFill>
                <a:schemeClr val="accent5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4"/>
            <c:bubble3D val="0"/>
            <c:spPr>
              <a:solidFill>
                <a:schemeClr val="accent5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5"/>
            <c:bubble3D val="0"/>
            <c:spPr>
              <a:solidFill>
                <a:schemeClr val="accent5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6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7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8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9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0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1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2"/>
            <c:bubble3D val="0"/>
            <c:spPr>
              <a:solidFill>
                <a:srgbClr val="FBE0A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3"/>
            <c:bubble3D val="0"/>
            <c:spPr>
              <a:solidFill>
                <a:srgbClr val="FBE0A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4"/>
            <c:bubble3D val="0"/>
            <c:spPr>
              <a:solidFill>
                <a:srgbClr val="FBE0A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5"/>
            <c:bubble3D val="0"/>
            <c:spPr>
              <a:solidFill>
                <a:srgbClr val="FBE0A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6"/>
            <c:bubble3D val="0"/>
            <c:spPr>
              <a:solidFill>
                <a:srgbClr val="FBE0A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7"/>
            <c:bubble3D val="0"/>
            <c:spPr>
              <a:solidFill>
                <a:srgbClr val="FBE0A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8"/>
            <c:bubble3D val="0"/>
            <c:spPr>
              <a:solidFill>
                <a:srgbClr val="FBE0A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9"/>
            <c:bubble3D val="0"/>
            <c:spPr>
              <a:solidFill>
                <a:srgbClr val="FBE0A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0"/>
            <c:bubble3D val="0"/>
            <c:spPr>
              <a:solidFill>
                <a:srgbClr val="FBE0A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1"/>
            <c:bubble3D val="0"/>
            <c:spPr>
              <a:solidFill>
                <a:srgbClr val="FBE0A3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elete val="1"/>
          </c:dLbls>
          <c:val>
            <c:numRef>
              <c:f>Sheet1!$J$4:$J$35</c:f>
              <c:numCache>
                <c:formatCode>General</c:formatCode>
                <c:ptCount val="32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  <c:pt idx="23">
                  <c:v>1</c:v>
                </c:pt>
                <c:pt idx="24">
                  <c:v>1</c:v>
                </c:pt>
                <c:pt idx="25">
                  <c:v>1</c:v>
                </c:pt>
                <c:pt idx="26">
                  <c:v>1</c:v>
                </c:pt>
                <c:pt idx="27">
                  <c:v>1</c:v>
                </c:pt>
                <c:pt idx="28">
                  <c:v>1</c:v>
                </c:pt>
                <c:pt idx="29">
                  <c:v>1</c:v>
                </c:pt>
                <c:pt idx="30">
                  <c:v>1</c:v>
                </c:pt>
                <c:pt idx="31">
                  <c:v>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49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4b1d954a-47d3-4e4c-af8b-62d499f4f547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  <c:userShapes r:id="rId2"/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spPr/>
          <c:explosion val="0"/>
          <c:dPt>
            <c:idx val="0"/>
            <c:bubble3D val="0"/>
            <c:spPr>
              <a:solidFill>
                <a:srgbClr val="95CF7B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rgbClr val="95CF7B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"/>
            <c:bubble3D val="0"/>
            <c:spPr>
              <a:solidFill>
                <a:srgbClr val="91CB76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8"/>
            <c:bubble3D val="0"/>
            <c:spPr>
              <a:solidFill>
                <a:srgbClr val="98CFE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9"/>
            <c:bubble3D val="0"/>
            <c:spPr>
              <a:solidFill>
                <a:schemeClr val="accent4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0"/>
            <c:bubble3D val="0"/>
            <c:spPr>
              <a:solidFill>
                <a:schemeClr val="accent5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1"/>
            <c:bubble3D val="0"/>
            <c:spPr>
              <a:solidFill>
                <a:schemeClr val="accent6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2"/>
            <c:bubble3D val="0"/>
            <c:spPr>
              <a:solidFill>
                <a:schemeClr val="accent1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3"/>
            <c:bubble3D val="0"/>
            <c:spPr>
              <a:solidFill>
                <a:srgbClr val="98CFE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4"/>
            <c:bubble3D val="0"/>
            <c:spPr>
              <a:solidFill>
                <a:schemeClr val="accent3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5"/>
            <c:bubble3D val="0"/>
            <c:spPr>
              <a:solidFill>
                <a:schemeClr val="accent4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6"/>
            <c:bubble3D val="0"/>
            <c:spPr>
              <a:solidFill>
                <a:srgbClr val="FF9999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7"/>
            <c:bubble3D val="0"/>
            <c:spPr>
              <a:solidFill>
                <a:schemeClr val="accent6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8"/>
            <c:bubble3D val="0"/>
            <c:spPr>
              <a:solidFill>
                <a:schemeClr val="accent1">
                  <a:lumMod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9"/>
            <c:bubble3D val="0"/>
            <c:spPr>
              <a:solidFill>
                <a:srgbClr val="FF9999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0"/>
            <c:bubble3D val="0"/>
            <c:spPr>
              <a:solidFill>
                <a:schemeClr val="accent3">
                  <a:lumMod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1"/>
            <c:bubble3D val="0"/>
            <c:spPr>
              <a:solidFill>
                <a:srgbClr val="FF9999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2"/>
            <c:bubble3D val="0"/>
            <c:spPr>
              <a:solidFill>
                <a:srgbClr val="FAD68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3"/>
            <c:bubble3D val="0"/>
            <c:spPr>
              <a:solidFill>
                <a:schemeClr val="accent6">
                  <a:lumMod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4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5"/>
            <c:bubble3D val="0"/>
            <c:spPr>
              <a:solidFill>
                <a:srgbClr val="FAD68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6"/>
            <c:bubble3D val="0"/>
            <c:spPr>
              <a:solidFill>
                <a:schemeClr val="accent3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7"/>
            <c:bubble3D val="0"/>
            <c:spPr>
              <a:solidFill>
                <a:schemeClr val="accent4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8"/>
            <c:bubble3D val="0"/>
            <c:spPr>
              <a:solidFill>
                <a:srgbClr val="FAD682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elete val="1"/>
          </c:dLbls>
          <c:val>
            <c:numRef>
              <c:f>Sheet1!$H$4:$H$32</c:f>
              <c:numCache>
                <c:formatCode>General</c:formatCode>
                <c:ptCount val="29"/>
                <c:pt idx="0">
                  <c:v>2</c:v>
                </c:pt>
                <c:pt idx="2">
                  <c:v>3</c:v>
                </c:pt>
                <c:pt idx="5">
                  <c:v>3</c:v>
                </c:pt>
                <c:pt idx="8">
                  <c:v>5</c:v>
                </c:pt>
                <c:pt idx="13">
                  <c:v>3</c:v>
                </c:pt>
                <c:pt idx="16">
                  <c:v>3</c:v>
                </c:pt>
                <c:pt idx="19">
                  <c:v>2</c:v>
                </c:pt>
                <c:pt idx="21">
                  <c:v>1</c:v>
                </c:pt>
                <c:pt idx="22">
                  <c:v>3</c:v>
                </c:pt>
                <c:pt idx="25">
                  <c:v>3</c:v>
                </c:pt>
                <c:pt idx="28">
                  <c:v>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1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81bf90e9-f2f6-4d7a-9426-6f5a3aefeb96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48799795742026"/>
          <c:y val="0.0308758710104051"/>
          <c:w val="0.544996287552631"/>
          <c:h val="0.902961548253013"/>
        </c:manualLayout>
      </c:layout>
      <c:doughnutChart>
        <c:varyColors val="1"/>
        <c:ser>
          <c:idx val="0"/>
          <c:order val="0"/>
          <c:spPr/>
          <c:explosion val="0"/>
          <c:dPt>
            <c:idx val="0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8"/>
            <c:bubble3D val="0"/>
            <c:spPr>
              <a:solidFill>
                <a:srgbClr val="73C0DE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9"/>
            <c:bubble3D val="0"/>
            <c:spPr>
              <a:solidFill>
                <a:schemeClr val="accent4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0"/>
            <c:bubble3D val="0"/>
            <c:spPr>
              <a:solidFill>
                <a:schemeClr val="accent5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1"/>
            <c:bubble3D val="0"/>
            <c:spPr>
              <a:solidFill>
                <a:schemeClr val="accent6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2"/>
            <c:bubble3D val="0"/>
            <c:spPr>
              <a:solidFill>
                <a:schemeClr val="accent1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3"/>
            <c:bubble3D val="0"/>
            <c:spPr>
              <a:solidFill>
                <a:schemeClr val="accent2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4"/>
            <c:bubble3D val="0"/>
            <c:spPr>
              <a:solidFill>
                <a:schemeClr val="accent3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5"/>
            <c:bubble3D val="0"/>
            <c:spPr>
              <a:solidFill>
                <a:schemeClr val="accent4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6"/>
            <c:bubble3D val="0"/>
            <c:spPr>
              <a:solidFill>
                <a:srgbClr val="EE6666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7"/>
            <c:bubble3D val="0"/>
            <c:spPr>
              <a:solidFill>
                <a:schemeClr val="accent6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8"/>
            <c:bubble3D val="0"/>
            <c:spPr>
              <a:solidFill>
                <a:schemeClr val="accent1">
                  <a:lumMod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9"/>
            <c:bubble3D val="0"/>
            <c:spPr>
              <a:solidFill>
                <a:schemeClr val="accent2">
                  <a:lumMod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0"/>
            <c:bubble3D val="0"/>
            <c:spPr>
              <a:solidFill>
                <a:schemeClr val="accent3">
                  <a:lumMod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1"/>
            <c:bubble3D val="0"/>
            <c:spPr>
              <a:solidFill>
                <a:schemeClr val="accent4">
                  <a:lumMod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2"/>
            <c:bubble3D val="0"/>
            <c:spPr>
              <a:solidFill>
                <a:srgbClr val="FBC85B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elete val="1"/>
          </c:dLbls>
          <c:val>
            <c:numRef>
              <c:f>Sheet1!$F$4:$F$26</c:f>
              <c:numCache>
                <c:formatCode>General</c:formatCode>
                <c:ptCount val="23"/>
                <c:pt idx="0">
                  <c:v>8</c:v>
                </c:pt>
                <c:pt idx="8">
                  <c:v>8</c:v>
                </c:pt>
                <c:pt idx="16">
                  <c:v>6</c:v>
                </c:pt>
                <c:pt idx="22">
                  <c:v>10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e25b7d5c-875c-449d-830c-a4ceec639f0a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spPr/>
          <c:explosion val="0"/>
          <c:dPt>
            <c:idx val="0"/>
            <c:bubble3D val="0"/>
            <c:spPr>
              <a:solidFill>
                <a:srgbClr val="2E99C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9"/>
            <c:bubble3D val="0"/>
            <c:spPr>
              <a:solidFill>
                <a:schemeClr val="accent4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0"/>
            <c:bubble3D val="0"/>
            <c:spPr>
              <a:solidFill>
                <a:schemeClr val="accent5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1"/>
            <c:bubble3D val="0"/>
            <c:spPr>
              <a:solidFill>
                <a:schemeClr val="accent6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2"/>
            <c:bubble3D val="0"/>
            <c:spPr>
              <a:solidFill>
                <a:schemeClr val="accent1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3"/>
            <c:bubble3D val="0"/>
            <c:spPr>
              <a:solidFill>
                <a:schemeClr val="accent2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4"/>
            <c:bubble3D val="0"/>
            <c:spPr>
              <a:solidFill>
                <a:schemeClr val="accent3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5"/>
            <c:bubble3D val="0"/>
            <c:spPr>
              <a:solidFill>
                <a:schemeClr val="accent4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6"/>
            <c:bubble3D val="0"/>
            <c:spPr>
              <a:solidFill>
                <a:srgbClr val="F4A302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elete val="1"/>
          </c:dLbls>
          <c:val>
            <c:numRef>
              <c:f>Sheet1!$D$4:$D$20</c:f>
              <c:numCache>
                <c:formatCode>General</c:formatCode>
                <c:ptCount val="17"/>
                <c:pt idx="0">
                  <c:v>16</c:v>
                </c:pt>
                <c:pt idx="16">
                  <c:v>16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b27795b7-9c7b-436a-ba51-a4d0a5ec6409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75"/>
      <c:rotY val="0"/>
      <c:depthPercent val="100"/>
      <c:rAngAx val="0"/>
    </c:view3D>
    <c:floor>
      <c:thickness val="0"/>
      <c:spPr>
        <a:noFill/>
        <a:ln>
          <a:noFill/>
        </a:ln>
        <a:effectLst/>
      </c:spPr>
    </c:floor>
    <c:sideWall>
      <c:thickness val="0"/>
      <c:spPr>
        <a:noFill/>
        <a:ln>
          <a:noFill/>
        </a:ln>
        <a:effectLst/>
      </c:spPr>
    </c:sideWall>
    <c:backWall>
      <c:thickness val="0"/>
      <c:spPr>
        <a:noFill/>
        <a:ln>
          <a:noFill/>
        </a:ln>
        <a:effectLst/>
      </c:spPr>
    </c:backWall>
    <c:plotArea>
      <c:layout>
        <c:manualLayout>
          <c:layoutTarget val="inner"/>
          <c:xMode val="edge"/>
          <c:yMode val="edge"/>
          <c:x val="0"/>
          <c:y val="0.0286981135918353"/>
          <c:w val="0.97684976892026"/>
          <c:h val="0.966770632327275"/>
        </c:manualLayout>
      </c:layout>
      <c:pie3DChart>
        <c:varyColors val="1"/>
        <c:ser>
          <c:idx val="0"/>
          <c:order val="0"/>
          <c:spPr>
            <a:solidFill>
              <a:srgbClr val="7CAFDE"/>
            </a:solidFill>
            <a:ln w="28575">
              <a:solidFill>
                <a:schemeClr val="bg1"/>
              </a:solidFill>
            </a:ln>
            <a:effectLst>
              <a:outerShdw blurRad="50800" dist="50800" dir="5400000" sx="73000" sy="73000" algn="ctr" rotWithShape="0">
                <a:srgbClr val="000000">
                  <a:alpha val="72000"/>
                </a:srgbClr>
              </a:outerShdw>
            </a:effectLst>
          </c:spPr>
          <c:explosion val="0"/>
          <c:dPt>
            <c:idx val="0"/>
            <c:bubble3D val="0"/>
            <c:spPr>
              <a:solidFill>
                <a:srgbClr val="7CAFDE"/>
              </a:solidFill>
              <a:ln w="28575">
                <a:solidFill>
                  <a:schemeClr val="bg1"/>
                </a:solidFill>
              </a:ln>
              <a:effectLst>
                <a:outerShdw blurRad="50800" dist="50800" dir="5400000" sx="73000" sy="73000" algn="ctr" rotWithShape="0">
                  <a:srgbClr val="000000">
                    <a:alpha val="72000"/>
                  </a:srgbClr>
                </a:outerShdw>
              </a:effectLst>
              <a:scene3d>
                <a:camera prst="orthographicFront"/>
                <a:lightRig rig="threePt" dir="t"/>
              </a:scene3d>
              <a:sp3d contourW="28575">
                <a:contourClr>
                  <a:schemeClr val="bg1"/>
                </a:contourClr>
              </a:sp3d>
            </c:spPr>
          </c:dPt>
          <c:dPt>
            <c:idx val="1"/>
            <c:bubble3D val="0"/>
            <c:spPr>
              <a:solidFill>
                <a:srgbClr val="73C0DE"/>
              </a:solidFill>
              <a:ln w="28575">
                <a:solidFill>
                  <a:schemeClr val="bg1"/>
                </a:solidFill>
              </a:ln>
              <a:effectLst>
                <a:outerShdw blurRad="50800" dist="50800" dir="5400000" sx="73000" sy="73000" algn="ctr" rotWithShape="0">
                  <a:srgbClr val="000000">
                    <a:alpha val="72000"/>
                  </a:srgbClr>
                </a:outerShdw>
              </a:effectLst>
              <a:scene3d>
                <a:camera prst="orthographicFront"/>
                <a:lightRig rig="threePt" dir="t"/>
              </a:scene3d>
              <a:sp3d contourW="28575">
                <a:contourClr>
                  <a:schemeClr val="bg1"/>
                </a:contourClr>
              </a:sp3d>
            </c:spPr>
          </c:dPt>
          <c:dPt>
            <c:idx val="2"/>
            <c:bubble3D val="0"/>
            <c:spPr>
              <a:solidFill>
                <a:srgbClr val="9AD5EA"/>
              </a:solidFill>
              <a:ln w="28575">
                <a:solidFill>
                  <a:schemeClr val="bg1"/>
                </a:solidFill>
              </a:ln>
              <a:effectLst>
                <a:outerShdw blurRad="50800" dist="50800" dir="5400000" sx="73000" sy="73000" algn="ctr" rotWithShape="0">
                  <a:srgbClr val="000000">
                    <a:alpha val="72000"/>
                  </a:srgbClr>
                </a:outerShdw>
              </a:effectLst>
              <a:scene3d>
                <a:camera prst="orthographicFront"/>
                <a:lightRig rig="threePt" dir="t"/>
              </a:scene3d>
              <a:sp3d contourW="28575">
                <a:contourClr>
                  <a:schemeClr val="bg1"/>
                </a:contourClr>
              </a:sp3d>
            </c:spPr>
          </c:dPt>
          <c:dPt>
            <c:idx val="3"/>
            <c:bubble3D val="0"/>
            <c:spPr>
              <a:solidFill>
                <a:srgbClr val="BDD7EE"/>
              </a:solidFill>
              <a:ln w="28575">
                <a:solidFill>
                  <a:schemeClr val="bg1"/>
                </a:solidFill>
              </a:ln>
              <a:effectLst>
                <a:outerShdw blurRad="50800" dist="50800" dir="5400000" sx="73000" sy="73000" algn="ctr" rotWithShape="0">
                  <a:srgbClr val="000000">
                    <a:alpha val="72000"/>
                  </a:srgbClr>
                </a:outerShdw>
              </a:effectLst>
              <a:scene3d>
                <a:camera prst="orthographicFront"/>
                <a:lightRig rig="threePt" dir="t"/>
              </a:scene3d>
              <a:sp3d contourW="28575">
                <a:contourClr>
                  <a:schemeClr val="bg1"/>
                </a:contourClr>
              </a:sp3d>
            </c:spPr>
          </c:dPt>
          <c:dPt>
            <c:idx val="4"/>
            <c:bubble3D val="0"/>
            <c:spPr>
              <a:solidFill>
                <a:srgbClr val="DEEBF7"/>
              </a:solidFill>
              <a:ln w="28575">
                <a:solidFill>
                  <a:schemeClr val="bg1"/>
                </a:solidFill>
              </a:ln>
              <a:effectLst>
                <a:outerShdw blurRad="50800" dist="50800" dir="5400000" sx="73000" sy="73000" algn="ctr" rotWithShape="0">
                  <a:srgbClr val="000000">
                    <a:alpha val="72000"/>
                  </a:srgbClr>
                </a:outerShdw>
              </a:effectLst>
              <a:scene3d>
                <a:camera prst="orthographicFront"/>
                <a:lightRig rig="threePt" dir="t"/>
              </a:scene3d>
              <a:sp3d contourW="28575">
                <a:contourClr>
                  <a:schemeClr val="bg1"/>
                </a:contourClr>
              </a:sp3d>
            </c:spPr>
          </c:dPt>
          <c:dPt>
            <c:idx val="5"/>
            <c:bubble3D val="0"/>
            <c:spPr>
              <a:solidFill>
                <a:srgbClr val="E2F0D9"/>
              </a:solidFill>
              <a:ln w="28575">
                <a:solidFill>
                  <a:schemeClr val="bg1"/>
                </a:solidFill>
              </a:ln>
              <a:effectLst>
                <a:outerShdw blurRad="50800" dist="50800" dir="5400000" sx="73000" sy="73000" algn="ctr" rotWithShape="0">
                  <a:srgbClr val="000000">
                    <a:alpha val="72000"/>
                  </a:srgbClr>
                </a:outerShdw>
              </a:effectLst>
              <a:scene3d>
                <a:camera prst="orthographicFront"/>
                <a:lightRig rig="threePt" dir="t"/>
              </a:scene3d>
              <a:sp3d contourW="28575">
                <a:contourClr>
                  <a:schemeClr val="bg1"/>
                </a:contourClr>
              </a:sp3d>
            </c:spPr>
          </c:dPt>
          <c:dPt>
            <c:idx val="6"/>
            <c:bubble3D val="0"/>
            <c:spPr>
              <a:solidFill>
                <a:srgbClr val="C5E0B4"/>
              </a:solidFill>
              <a:ln w="28575">
                <a:solidFill>
                  <a:schemeClr val="bg1"/>
                </a:solidFill>
              </a:ln>
              <a:effectLst>
                <a:outerShdw blurRad="50800" dist="50800" dir="5400000" sx="73000" sy="73000" algn="ctr" rotWithShape="0">
                  <a:srgbClr val="000000">
                    <a:alpha val="72000"/>
                  </a:srgbClr>
                </a:outerShdw>
              </a:effectLst>
              <a:scene3d>
                <a:camera prst="orthographicFront"/>
                <a:lightRig rig="threePt" dir="t"/>
              </a:scene3d>
              <a:sp3d contourW="28575">
                <a:contourClr>
                  <a:schemeClr val="bg1"/>
                </a:contourClr>
              </a:sp3d>
            </c:spPr>
          </c:dPt>
          <c:dPt>
            <c:idx val="7"/>
            <c:bubble3D val="0"/>
            <c:spPr>
              <a:solidFill>
                <a:srgbClr val="A9D18E"/>
              </a:solidFill>
              <a:ln w="28575">
                <a:solidFill>
                  <a:schemeClr val="bg1"/>
                </a:solidFill>
              </a:ln>
              <a:effectLst>
                <a:outerShdw blurRad="50800" dist="50800" dir="5400000" sx="73000" sy="73000" algn="ctr" rotWithShape="0">
                  <a:srgbClr val="000000">
                    <a:alpha val="72000"/>
                  </a:srgbClr>
                </a:outerShdw>
              </a:effectLst>
              <a:scene3d>
                <a:camera prst="orthographicFront"/>
                <a:lightRig rig="threePt" dir="t"/>
              </a:scene3d>
              <a:sp3d contourW="28575">
                <a:contourClr>
                  <a:schemeClr val="bg1"/>
                </a:contourClr>
              </a:sp3d>
            </c:spPr>
          </c:dPt>
          <c:dPt>
            <c:idx val="8"/>
            <c:bubble3D val="0"/>
            <c:spPr>
              <a:solidFill>
                <a:srgbClr val="70AD47"/>
              </a:solidFill>
              <a:ln w="28575">
                <a:solidFill>
                  <a:schemeClr val="bg1"/>
                </a:solidFill>
              </a:ln>
              <a:effectLst>
                <a:outerShdw blurRad="50800" dist="50800" dir="5400000" sx="73000" sy="73000" algn="ctr" rotWithShape="0">
                  <a:srgbClr val="000000">
                    <a:alpha val="72000"/>
                  </a:srgbClr>
                </a:outerShdw>
              </a:effectLst>
              <a:scene3d>
                <a:camera prst="orthographicFront"/>
                <a:lightRig rig="threePt" dir="t"/>
              </a:scene3d>
              <a:sp3d contourW="28575">
                <a:contourClr>
                  <a:schemeClr val="bg1"/>
                </a:contourClr>
              </a:sp3d>
            </c:spPr>
          </c:dPt>
          <c:dLbls>
            <c:delete val="1"/>
          </c:dLbls>
          <c:cat>
            <c:strRef>
              <c:f>Sheet1!$D$5:$D$13</c:f>
              <c:strCache>
                <c:ptCount val="9"/>
                <c:pt idx="0">
                  <c:v>Problem Solving</c:v>
                </c:pt>
                <c:pt idx="1">
                  <c:v>Error Correction</c:v>
                </c:pt>
                <c:pt idx="2">
                  <c:v>Question Answering</c:v>
                </c:pt>
                <c:pt idx="3">
                  <c:v>Personalized Learning Support</c:v>
                </c:pt>
                <c:pt idx="4">
                  <c:v>Emotional Support</c:v>
                </c:pt>
                <c:pt idx="5">
                  <c:v>Question Generation</c:v>
                </c:pt>
                <c:pt idx="6">
                  <c:v>Automatic Grading</c:v>
                </c:pt>
                <c:pt idx="7">
                  <c:v>Teaching Material Generation</c:v>
                </c:pt>
                <c:pt idx="8">
                  <c:v>Personalized Content Creation</c:v>
                </c:pt>
              </c:strCache>
            </c:strRef>
          </c:cat>
          <c:val>
            <c:numRef>
              <c:f>Sheet1!$E$5:$E$13</c:f>
              <c:numCache>
                <c:formatCode>General</c:formatCode>
                <c:ptCount val="9"/>
                <c:pt idx="0">
                  <c:v>2339</c:v>
                </c:pt>
                <c:pt idx="1">
                  <c:v>1660</c:v>
                </c:pt>
                <c:pt idx="2">
                  <c:v>2308</c:v>
                </c:pt>
                <c:pt idx="3">
                  <c:v>413</c:v>
                </c:pt>
                <c:pt idx="4">
                  <c:v>2401</c:v>
                </c:pt>
                <c:pt idx="5">
                  <c:v>2587</c:v>
                </c:pt>
                <c:pt idx="6">
                  <c:v>1960</c:v>
                </c:pt>
                <c:pt idx="7">
                  <c:v>2515</c:v>
                </c:pt>
                <c:pt idx="8">
                  <c:v>807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</c:pie3DChart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7066fa96-dc89-4921-9949-f0eeb1b1a833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e87d7f92-8ee3-47be-a25b-3bbc2c52106c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2531061335027"/>
          <c:y val="0.0303351278274338"/>
          <c:w val="0.798158057690154"/>
          <c:h val="0.970034602848021"/>
        </c:manualLayout>
      </c:layout>
      <c:doughnutChart>
        <c:varyColors val="1"/>
        <c:ser>
          <c:idx val="0"/>
          <c:order val="0"/>
          <c:spPr>
            <a:solidFill>
              <a:schemeClr val="accent6">
                <a:lumMod val="20000"/>
                <a:lumOff val="80000"/>
              </a:schemeClr>
            </a:solidFill>
          </c:spPr>
          <c:explosion val="3"/>
          <c:dPt>
            <c:idx val="0"/>
            <c:bubble3D val="0"/>
            <c:spPr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elete val="1"/>
          </c:dLbls>
          <c:cat>
            <c:strRef>
              <c:f>Sheet1!$AN$102:$AN$105</c:f>
              <c:strCache>
                <c:ptCount val="4"/>
                <c:pt idx="0">
                  <c:v>grade</c:v>
                </c:pt>
                <c:pt idx="1">
                  <c:v>question</c:v>
                </c:pt>
                <c:pt idx="2">
                  <c:v>language</c:v>
                </c:pt>
                <c:pt idx="3">
                  <c:v>difficulty</c:v>
                </c:pt>
              </c:strCache>
            </c:strRef>
          </c:cat>
          <c:val>
            <c:numRef>
              <c:f>Sheet1!$AO$102:$AO$105</c:f>
              <c:numCache>
                <c:formatCode>General</c:formatCode>
                <c:ptCount val="4"/>
                <c:pt idx="0">
                  <c:v>7</c:v>
                </c:pt>
                <c:pt idx="1">
                  <c:v>2.5</c:v>
                </c:pt>
                <c:pt idx="2">
                  <c:v>0.7</c:v>
                </c:pt>
                <c:pt idx="3">
                  <c:v>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8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efd975c7-bcaa-4a17-a0c0-c1711d302462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0226171229556738"/>
          <c:w val="1"/>
          <c:h val="0.969305269528878"/>
        </c:manualLayout>
      </c:layout>
      <c:doughnutChart>
        <c:varyColors val="1"/>
        <c:ser>
          <c:idx val="0"/>
          <c:order val="0"/>
          <c:spPr/>
          <c:explosion val="40"/>
          <c:dPt>
            <c:idx val="0"/>
            <c:bubble3D val="0"/>
            <c:spPr>
              <a:solidFill>
                <a:srgbClr val="F19E6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4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"/>
            <c:bubble3D val="0"/>
            <c:spPr>
              <a:solidFill>
                <a:schemeClr val="accent4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6"/>
            <c:bubble3D val="0"/>
            <c:spPr>
              <a:solidFill>
                <a:schemeClr val="bg1">
                  <a:lumMod val="6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7"/>
            <c:bubble3D val="0"/>
            <c:spPr>
              <a:solidFill>
                <a:schemeClr val="bg1">
                  <a:lumMod val="9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8"/>
            <c:bubble3D val="0"/>
            <c:spPr>
              <a:solidFill>
                <a:srgbClr val="F19E6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9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0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1"/>
            <c:bubble3D val="0"/>
            <c:spPr>
              <a:solidFill>
                <a:schemeClr val="accent4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2"/>
            <c:bubble3D val="0"/>
            <c:spPr>
              <a:solidFill>
                <a:schemeClr val="accent4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3"/>
            <c:bubble3D val="0"/>
            <c:spPr>
              <a:solidFill>
                <a:schemeClr val="bg1">
                  <a:lumMod val="6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4"/>
            <c:bubble3D val="0"/>
            <c:spPr>
              <a:solidFill>
                <a:schemeClr val="bg1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5"/>
            <c:bubble3D val="0"/>
            <c:spPr>
              <a:solidFill>
                <a:srgbClr val="F19E6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6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7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8"/>
            <c:bubble3D val="0"/>
            <c:spPr>
              <a:solidFill>
                <a:schemeClr val="accent4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9"/>
            <c:bubble3D val="0"/>
            <c:spPr>
              <a:solidFill>
                <a:srgbClr val="F19E6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0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1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2"/>
            <c:bubble3D val="0"/>
            <c:spPr>
              <a:solidFill>
                <a:schemeClr val="bg1">
                  <a:lumMod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3"/>
            <c:bubble3D val="0"/>
            <c:spPr>
              <a:solidFill>
                <a:schemeClr val="bg1">
                  <a:lumMod val="9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4"/>
            <c:bubble3D val="0"/>
            <c:spPr>
              <a:solidFill>
                <a:srgbClr val="F19E6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5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6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7"/>
            <c:bubble3D val="0"/>
            <c:spPr>
              <a:solidFill>
                <a:schemeClr val="bg1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8"/>
            <c:bubble3D val="0"/>
            <c:spPr>
              <a:solidFill>
                <a:schemeClr val="bg1">
                  <a:lumMod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9"/>
            <c:bubble3D val="0"/>
            <c:spPr>
              <a:solidFill>
                <a:srgbClr val="F19E6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0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1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2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3"/>
            <c:bubble3D val="0"/>
            <c:spPr>
              <a:solidFill>
                <a:schemeClr val="accent4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4"/>
            <c:bubble3D val="0"/>
            <c:spPr>
              <a:solidFill>
                <a:schemeClr val="bg1">
                  <a:lumMod val="6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5"/>
            <c:bubble3D val="0"/>
            <c:spPr>
              <a:solidFill>
                <a:schemeClr val="bg1">
                  <a:lumMod val="9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6"/>
            <c:bubble3D val="0"/>
            <c:spPr>
              <a:solidFill>
                <a:srgbClr val="F19E6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7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8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9"/>
            <c:bubble3D val="0"/>
            <c:spPr>
              <a:solidFill>
                <a:schemeClr val="accent4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0"/>
            <c:bubble3D val="0"/>
            <c:spPr>
              <a:solidFill>
                <a:schemeClr val="accent4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1"/>
            <c:bubble3D val="0"/>
            <c:spPr>
              <a:solidFill>
                <a:schemeClr val="bg1">
                  <a:lumMod val="6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2"/>
            <c:bubble3D val="0"/>
            <c:spPr>
              <a:solidFill>
                <a:srgbClr val="F19E6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3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4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5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6"/>
            <c:bubble3D val="0"/>
            <c:spPr>
              <a:solidFill>
                <a:schemeClr val="accent4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7"/>
            <c:bubble3D val="0"/>
            <c:spPr>
              <a:solidFill>
                <a:schemeClr val="bg1">
                  <a:lumMod val="6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8"/>
            <c:bubble3D val="0"/>
            <c:spPr>
              <a:solidFill>
                <a:schemeClr val="bg1">
                  <a:lumMod val="9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9"/>
            <c:bubble3D val="0"/>
            <c:spPr>
              <a:solidFill>
                <a:srgbClr val="F19E6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0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1"/>
            <c:bubble3D val="0"/>
            <c:spPr>
              <a:solidFill>
                <a:schemeClr val="accent4">
                  <a:lumMod val="50000"/>
                  <a:lumOff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elete val="1"/>
          </c:dLbls>
          <c:cat>
            <c:strRef>
              <c:f>Sheet1!$AQ$9:$AQ$60</c:f>
              <c:strCache>
                <c:ptCount val="52"/>
                <c:pt idx="0">
                  <c:v>Instruction Following &amp; Task Completion</c:v>
                </c:pt>
                <c:pt idx="1">
                  <c:v>Content Relevance &amp; Scope Control</c:v>
                </c:pt>
                <c:pt idx="2">
                  <c:v>Scenario Element Integration</c:v>
                </c:pt>
                <c:pt idx="3">
                  <c:v>Basic Factual Accuracy</c:v>
                </c:pt>
                <c:pt idx="4">
                  <c:v>Domain Knowledge Accuracy</c:v>
                </c:pt>
                <c:pt idx="5">
                  <c:v>Reasoning Process Rigor</c:v>
                </c:pt>
                <c:pt idx="6">
                  <c:v>Clarity, Simplicity &amp; Inspiration</c:v>
                </c:pt>
                <c:pt idx="7">
                  <c:v>Higher-Order Thinking &amp; Skill Development</c:v>
                </c:pt>
                <c:pt idx="8">
                  <c:v>Instruction Following &amp; Task Completion</c:v>
                </c:pt>
                <c:pt idx="9">
                  <c:v>Scenario Element Integration</c:v>
                </c:pt>
                <c:pt idx="10">
                  <c:v>Basic Factual Accuracy</c:v>
                </c:pt>
                <c:pt idx="11">
                  <c:v>Reasoning Process Rigor</c:v>
                </c:pt>
                <c:pt idx="12">
                  <c:v>Error Identification &amp; Correction Precision</c:v>
                </c:pt>
                <c:pt idx="13">
                  <c:v>Clarity, Simplicity &amp; Inspiration</c:v>
                </c:pt>
                <c:pt idx="14">
                  <c:v>Motivation, Guidance &amp; Positive Feedback</c:v>
                </c:pt>
                <c:pt idx="15">
                  <c:v>Instruction Following &amp; Task Completion</c:v>
                </c:pt>
                <c:pt idx="16">
                  <c:v>Content Relevance &amp; Scope Control</c:v>
                </c:pt>
                <c:pt idx="17">
                  <c:v>Basic Factual Accuracy</c:v>
                </c:pt>
                <c:pt idx="18">
                  <c:v>Reasoning Process Rigor</c:v>
                </c:pt>
                <c:pt idx="19">
                  <c:v>Instruction Following &amp; Task Completion</c:v>
                </c:pt>
                <c:pt idx="20">
                  <c:v>Role &amp; Tone Consistency</c:v>
                </c:pt>
                <c:pt idx="21">
                  <c:v>Scenario Element Integration</c:v>
                </c:pt>
                <c:pt idx="22">
                  <c:v>Personalization, Adaptation &amp; Learning Support</c:v>
                </c:pt>
                <c:pt idx="23">
                  <c:v>Higher-Order Thinking &amp; Skill Development</c:v>
                </c:pt>
                <c:pt idx="24">
                  <c:v>Instruction Following &amp; Task Completion</c:v>
                </c:pt>
                <c:pt idx="25">
                  <c:v>Role &amp; Tone Consistency</c:v>
                </c:pt>
                <c:pt idx="26">
                  <c:v>Scenario Element Integration</c:v>
                </c:pt>
                <c:pt idx="27">
                  <c:v>Motivation, Guidance &amp; Positive Feedback</c:v>
                </c:pt>
                <c:pt idx="28">
                  <c:v>Personalization, Adaptation &amp; Learning Support</c:v>
                </c:pt>
                <c:pt idx="29">
                  <c:v>Instruction Following &amp; Task Completion</c:v>
                </c:pt>
                <c:pt idx="30">
                  <c:v>Content Relevance &amp; Scope Control</c:v>
                </c:pt>
                <c:pt idx="31">
                  <c:v>Scenario Element Integration</c:v>
                </c:pt>
                <c:pt idx="32">
                  <c:v>Basic Factual Accuracy</c:v>
                </c:pt>
                <c:pt idx="33">
                  <c:v>Domain Knowledge Accuracy</c:v>
                </c:pt>
                <c:pt idx="34">
                  <c:v>Clarity, Simplicity &amp; Inspiration</c:v>
                </c:pt>
                <c:pt idx="35">
                  <c:v>Higher-Order Thinking &amp; Skill Development</c:v>
                </c:pt>
                <c:pt idx="36">
                  <c:v>Instruction Following &amp; Task Completion</c:v>
                </c:pt>
                <c:pt idx="37">
                  <c:v>Content Relevance &amp; Scope Control</c:v>
                </c:pt>
                <c:pt idx="38">
                  <c:v>Basic Factual Accuracy</c:v>
                </c:pt>
                <c:pt idx="39">
                  <c:v>Reasoning Process Rigor</c:v>
                </c:pt>
                <c:pt idx="40">
                  <c:v>Error Identification &amp; Correction Precision</c:v>
                </c:pt>
                <c:pt idx="41">
                  <c:v>Motivation, Guidance &amp; Positive Feedback</c:v>
                </c:pt>
                <c:pt idx="42">
                  <c:v>Instruction Following &amp; Task Completion</c:v>
                </c:pt>
                <c:pt idx="43">
                  <c:v>Role &amp; Tone Consistency</c:v>
                </c:pt>
                <c:pt idx="44">
                  <c:v>Content Relevance &amp; Scope Control</c:v>
                </c:pt>
                <c:pt idx="45">
                  <c:v>Basic Factual Accuracy</c:v>
                </c:pt>
                <c:pt idx="46">
                  <c:v>Domain Knowledge Accuracy</c:v>
                </c:pt>
                <c:pt idx="47">
                  <c:v>Clarity, Simplicity &amp; Inspiration</c:v>
                </c:pt>
                <c:pt idx="48">
                  <c:v>Higher-Order Thinking &amp; Skill Development</c:v>
                </c:pt>
                <c:pt idx="49">
                  <c:v>Instruction Following &amp; Task Completion</c:v>
                </c:pt>
                <c:pt idx="50">
                  <c:v>Scenario Element Integration</c:v>
                </c:pt>
                <c:pt idx="51">
                  <c:v>Personalization, Adaptation &amp; Learning Support</c:v>
                </c:pt>
              </c:strCache>
            </c:strRef>
          </c:cat>
          <c:val>
            <c:numRef>
              <c:f>Sheet1!$AR$9:$AR$60</c:f>
              <c:numCache>
                <c:formatCode>General</c:formatCode>
                <c:ptCount val="52"/>
                <c:pt idx="0">
                  <c:v>292.375</c:v>
                </c:pt>
                <c:pt idx="1">
                  <c:v>292.375</c:v>
                </c:pt>
                <c:pt idx="2">
                  <c:v>292.375</c:v>
                </c:pt>
                <c:pt idx="3">
                  <c:v>292.375</c:v>
                </c:pt>
                <c:pt idx="4">
                  <c:v>292.375</c:v>
                </c:pt>
                <c:pt idx="5">
                  <c:v>292.375</c:v>
                </c:pt>
                <c:pt idx="6">
                  <c:v>292.375</c:v>
                </c:pt>
                <c:pt idx="7">
                  <c:v>292.375</c:v>
                </c:pt>
                <c:pt idx="8">
                  <c:v>237.142857142857</c:v>
                </c:pt>
                <c:pt idx="9">
                  <c:v>237.142857142857</c:v>
                </c:pt>
                <c:pt idx="10">
                  <c:v>237.1429</c:v>
                </c:pt>
                <c:pt idx="11">
                  <c:v>237.1429</c:v>
                </c:pt>
                <c:pt idx="12">
                  <c:v>237.1429</c:v>
                </c:pt>
                <c:pt idx="13">
                  <c:v>237.1429</c:v>
                </c:pt>
                <c:pt idx="14">
                  <c:v>237.1429</c:v>
                </c:pt>
                <c:pt idx="15">
                  <c:v>577</c:v>
                </c:pt>
                <c:pt idx="16">
                  <c:v>577</c:v>
                </c:pt>
                <c:pt idx="17">
                  <c:v>577</c:v>
                </c:pt>
                <c:pt idx="18">
                  <c:v>577</c:v>
                </c:pt>
                <c:pt idx="19">
                  <c:v>197</c:v>
                </c:pt>
                <c:pt idx="20">
                  <c:v>197</c:v>
                </c:pt>
                <c:pt idx="21">
                  <c:v>197</c:v>
                </c:pt>
                <c:pt idx="22">
                  <c:v>197</c:v>
                </c:pt>
                <c:pt idx="23">
                  <c:v>197</c:v>
                </c:pt>
                <c:pt idx="24">
                  <c:v>480.2</c:v>
                </c:pt>
                <c:pt idx="25">
                  <c:v>480.2</c:v>
                </c:pt>
                <c:pt idx="26">
                  <c:v>480.2</c:v>
                </c:pt>
                <c:pt idx="27">
                  <c:v>480.2</c:v>
                </c:pt>
                <c:pt idx="28">
                  <c:v>480.2</c:v>
                </c:pt>
                <c:pt idx="29">
                  <c:v>369.571428571429</c:v>
                </c:pt>
                <c:pt idx="30">
                  <c:v>369.571428571429</c:v>
                </c:pt>
                <c:pt idx="31">
                  <c:v>369.571428571429</c:v>
                </c:pt>
                <c:pt idx="32">
                  <c:v>369.571428571429</c:v>
                </c:pt>
                <c:pt idx="33">
                  <c:v>369.571428571429</c:v>
                </c:pt>
                <c:pt idx="34">
                  <c:v>369.571428571429</c:v>
                </c:pt>
                <c:pt idx="35">
                  <c:v>369.571428571429</c:v>
                </c:pt>
                <c:pt idx="36">
                  <c:v>326.666666666667</c:v>
                </c:pt>
                <c:pt idx="37">
                  <c:v>326.6667</c:v>
                </c:pt>
                <c:pt idx="38">
                  <c:v>326.6667</c:v>
                </c:pt>
                <c:pt idx="39">
                  <c:v>326.6667</c:v>
                </c:pt>
                <c:pt idx="40">
                  <c:v>326.6667</c:v>
                </c:pt>
                <c:pt idx="41">
                  <c:v>326.6667</c:v>
                </c:pt>
                <c:pt idx="42">
                  <c:v>359.285714285714</c:v>
                </c:pt>
                <c:pt idx="43">
                  <c:v>359.285714285714</c:v>
                </c:pt>
                <c:pt idx="44">
                  <c:v>359.285714285714</c:v>
                </c:pt>
                <c:pt idx="45">
                  <c:v>359.285714285714</c:v>
                </c:pt>
                <c:pt idx="46">
                  <c:v>359.285714285714</c:v>
                </c:pt>
                <c:pt idx="47">
                  <c:v>359.285714285714</c:v>
                </c:pt>
                <c:pt idx="48">
                  <c:v>359.285714285714</c:v>
                </c:pt>
                <c:pt idx="49">
                  <c:v>301</c:v>
                </c:pt>
                <c:pt idx="50">
                  <c:v>301</c:v>
                </c:pt>
                <c:pt idx="51">
                  <c:v>301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d845eea2-7fa9-4409-8944-0dd425e85416}"/>
      </c:ext>
    </c:extLst>
  </c:chart>
  <c:spPr>
    <a:noFill/>
    <a:ln>
      <a:noFill/>
    </a:ln>
    <a:effectLst/>
  </c:spPr>
  <c:txPr>
    <a:bodyPr/>
    <a:lstStyle/>
    <a:p>
      <a:pPr>
        <a:defRPr lang="zh-CN" sz="1200">
          <a:latin typeface="Arial" panose="020B0604020202020204" pitchFamily="34" charset="0"/>
          <a:cs typeface="Arial" panose="020B0604020202020204" pitchFamily="34" charset="0"/>
        </a:defRPr>
      </a:pPr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91666666666667"/>
          <c:y val="0.0324074074074074"/>
          <c:w val="0.538888888888889"/>
          <c:h val="0.898148148148148"/>
        </c:manualLayout>
      </c:layout>
      <c:doughnutChart>
        <c:varyColors val="1"/>
        <c:ser>
          <c:idx val="0"/>
          <c:order val="0"/>
          <c:spPr/>
          <c:explosion val="5"/>
          <c:dPt>
            <c:idx val="0"/>
            <c:bubble3D val="0"/>
            <c:spPr>
              <a:solidFill>
                <a:schemeClr val="accent6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6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rgbClr val="92D050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6"/>
            <c:bubble3D val="0"/>
            <c:spPr>
              <a:solidFill>
                <a:srgbClr val="87BF6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8"/>
            <c:bubble3D val="0"/>
            <c:spPr>
              <a:solidFill>
                <a:srgbClr val="73B248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9"/>
            <c:bubble3D val="0"/>
            <c:spPr>
              <a:solidFill>
                <a:schemeClr val="accent4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0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1"/>
            <c:bubble3D val="0"/>
            <c:spPr>
              <a:solidFill>
                <a:schemeClr val="accent6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2"/>
            <c:bubble3D val="0"/>
            <c:spPr>
              <a:solidFill>
                <a:schemeClr val="accent5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3"/>
            <c:bubble3D val="0"/>
            <c:spPr>
              <a:solidFill>
                <a:schemeClr val="accent2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4"/>
            <c:bubble3D val="0"/>
            <c:spPr>
              <a:solidFill>
                <a:schemeClr val="accent5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5"/>
            <c:bubble3D val="0"/>
            <c:spPr>
              <a:solidFill>
                <a:schemeClr val="accent4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6"/>
            <c:bubble3D val="0"/>
            <c:spPr>
              <a:solidFill>
                <a:schemeClr val="accent5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elete val="1"/>
          </c:dLbls>
          <c:cat>
            <c:strRef>
              <c:f>Sheet1!$AG$9:$AG$25</c:f>
              <c:strCache>
                <c:ptCount val="17"/>
                <c:pt idx="0">
                  <c:v>Problem Solving</c:v>
                </c:pt>
                <c:pt idx="2">
                  <c:v>Error Correction</c:v>
                </c:pt>
                <c:pt idx="4">
                  <c:v>Question Answering</c:v>
                </c:pt>
                <c:pt idx="6">
                  <c:v>Personalized Learning Support</c:v>
                </c:pt>
                <c:pt idx="8">
                  <c:v>Emotional Support</c:v>
                </c:pt>
                <c:pt idx="10">
                  <c:v>Question Generation</c:v>
                </c:pt>
                <c:pt idx="12">
                  <c:v>Automatic Grading</c:v>
                </c:pt>
                <c:pt idx="14">
                  <c:v>Teaching Material Generation</c:v>
                </c:pt>
                <c:pt idx="16">
                  <c:v>Personalized Content Creation</c:v>
                </c:pt>
              </c:strCache>
            </c:strRef>
          </c:cat>
          <c:val>
            <c:numRef>
              <c:f>Sheet1!$AH$9:$AH$25</c:f>
              <c:numCache>
                <c:formatCode>General</c:formatCode>
                <c:ptCount val="17"/>
                <c:pt idx="0">
                  <c:v>2339</c:v>
                </c:pt>
                <c:pt idx="2">
                  <c:v>1660</c:v>
                </c:pt>
                <c:pt idx="4">
                  <c:v>2308</c:v>
                </c:pt>
                <c:pt idx="6">
                  <c:v>985</c:v>
                </c:pt>
                <c:pt idx="8">
                  <c:v>2401</c:v>
                </c:pt>
                <c:pt idx="10">
                  <c:v>2587</c:v>
                </c:pt>
                <c:pt idx="12">
                  <c:v>1960</c:v>
                </c:pt>
                <c:pt idx="14">
                  <c:v>2515</c:v>
                </c:pt>
                <c:pt idx="16">
                  <c:v>903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39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013610cd-962e-4e1b-8355-a613390c86fd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spPr/>
          <c:explosion val="0"/>
          <c:dPt>
            <c:idx val="0"/>
            <c:bubble3D val="0"/>
            <c:spPr>
              <a:solidFill>
                <a:schemeClr val="accent6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9"/>
            <c:bubble3D val="0"/>
            <c:spPr>
              <a:solidFill>
                <a:schemeClr val="accent4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0"/>
            <c:bubble3D val="0"/>
            <c:spPr>
              <a:solidFill>
                <a:schemeClr val="accent5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elete val="1"/>
          </c:dLbls>
          <c:val>
            <c:numRef>
              <c:f>Sheet1!$AF$9:$AF$19</c:f>
              <c:numCache>
                <c:formatCode>General</c:formatCode>
                <c:ptCount val="11"/>
                <c:pt idx="0">
                  <c:v>9693</c:v>
                </c:pt>
                <c:pt idx="10">
                  <c:v>7965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5a1b94cb-f449-43b5-bd24-82c1e26f3f68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0.82285</cdr:x>
      <cdr:y>0.10518</cdr:y>
    </cdr:from>
    <cdr:to>
      <cdr:x>0.89154</cdr:x>
      <cdr:y>0.16859</cdr:y>
    </cdr:to>
    <cdr:sp>
      <cdr:nvSpPr>
        <cdr:cNvPr id="2" name="矩形 1"/>
        <cdr:cNvSpPr/>
      </cdr:nvSpPr>
      <cdr:spPr xmlns:a="http://schemas.openxmlformats.org/drawingml/2006/main">
        <a:xfrm xmlns:a="http://schemas.openxmlformats.org/drawingml/2006/main">
          <a:off x="19475631" y="1580167"/>
          <a:ext cx="1625600" cy="952500"/>
        </a:xfrm>
        <a:prstGeom xmlns:a="http://schemas.openxmlformats.org/drawingml/2006/main" prst="rect">
          <a:avLst/>
        </a:prstGeom>
        <a:solidFill>
          <a:schemeClr val="accent6">
            <a:lumMod val="20000"/>
            <a:lumOff val="80000"/>
          </a:schemeClr>
        </a:solidFill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 xmlns:a="http://schemas.openxmlformats.org/drawingml/2006/main">
        <a:bodyPr vertOverflow="clip" vert="horz" wrap="none" lIns="45720" tIns="45720" rIns="45720" bIns="45720" anchor="t" anchorCtr="0">
          <a:normAutofit/>
        </a:bodyPr>
        <a:lstStyle/>
        <a:p>
          <a:endParaRPr lang="zh-CN" altLang="en-US" kern="1200" dirty="0"/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8D447A-6579-4019-8295-178B7C0932B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633538" y="1143000"/>
            <a:ext cx="35909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5ACD50-0D8C-477B-80D2-9CB128E70E9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087120" rtl="0" eaLnBrk="1" latinLnBrk="0" hangingPunct="1">
      <a:defRPr sz="1425" kern="1200">
        <a:solidFill>
          <a:schemeClr val="tx1"/>
        </a:solidFill>
        <a:latin typeface="+mn-lt"/>
        <a:ea typeface="+mn-ea"/>
        <a:cs typeface="+mn-cs"/>
      </a:defRPr>
    </a:lvl1pPr>
    <a:lvl2pPr marL="543560" algn="l" defTabSz="1087120" rtl="0" eaLnBrk="1" latinLnBrk="0" hangingPunct="1">
      <a:defRPr sz="1425" kern="1200">
        <a:solidFill>
          <a:schemeClr val="tx1"/>
        </a:solidFill>
        <a:latin typeface="+mn-lt"/>
        <a:ea typeface="+mn-ea"/>
        <a:cs typeface="+mn-cs"/>
      </a:defRPr>
    </a:lvl2pPr>
    <a:lvl3pPr marL="1087120" algn="l" defTabSz="1087120" rtl="0" eaLnBrk="1" latinLnBrk="0" hangingPunct="1">
      <a:defRPr sz="1425" kern="1200">
        <a:solidFill>
          <a:schemeClr val="tx1"/>
        </a:solidFill>
        <a:latin typeface="+mn-lt"/>
        <a:ea typeface="+mn-ea"/>
        <a:cs typeface="+mn-cs"/>
      </a:defRPr>
    </a:lvl3pPr>
    <a:lvl4pPr marL="1630680" algn="l" defTabSz="1087120" rtl="0" eaLnBrk="1" latinLnBrk="0" hangingPunct="1">
      <a:defRPr sz="1425" kern="1200">
        <a:solidFill>
          <a:schemeClr val="tx1"/>
        </a:solidFill>
        <a:latin typeface="+mn-lt"/>
        <a:ea typeface="+mn-ea"/>
        <a:cs typeface="+mn-cs"/>
      </a:defRPr>
    </a:lvl4pPr>
    <a:lvl5pPr marL="2174240" algn="l" defTabSz="1087120" rtl="0" eaLnBrk="1" latinLnBrk="0" hangingPunct="1">
      <a:defRPr sz="1425" kern="1200">
        <a:solidFill>
          <a:schemeClr val="tx1"/>
        </a:solidFill>
        <a:latin typeface="+mn-lt"/>
        <a:ea typeface="+mn-ea"/>
        <a:cs typeface="+mn-cs"/>
      </a:defRPr>
    </a:lvl5pPr>
    <a:lvl6pPr marL="2717800" algn="l" defTabSz="1087120" rtl="0" eaLnBrk="1" latinLnBrk="0" hangingPunct="1">
      <a:defRPr sz="1425" kern="1200">
        <a:solidFill>
          <a:schemeClr val="tx1"/>
        </a:solidFill>
        <a:latin typeface="+mn-lt"/>
        <a:ea typeface="+mn-ea"/>
        <a:cs typeface="+mn-cs"/>
      </a:defRPr>
    </a:lvl6pPr>
    <a:lvl7pPr marL="3261360" algn="l" defTabSz="1087120" rtl="0" eaLnBrk="1" latinLnBrk="0" hangingPunct="1">
      <a:defRPr sz="1425" kern="1200">
        <a:solidFill>
          <a:schemeClr val="tx1"/>
        </a:solidFill>
        <a:latin typeface="+mn-lt"/>
        <a:ea typeface="+mn-ea"/>
        <a:cs typeface="+mn-cs"/>
      </a:defRPr>
    </a:lvl7pPr>
    <a:lvl8pPr marL="3804920" algn="l" defTabSz="1087120" rtl="0" eaLnBrk="1" latinLnBrk="0" hangingPunct="1">
      <a:defRPr sz="1425" kern="1200">
        <a:solidFill>
          <a:schemeClr val="tx1"/>
        </a:solidFill>
        <a:latin typeface="+mn-lt"/>
        <a:ea typeface="+mn-ea"/>
        <a:cs typeface="+mn-cs"/>
      </a:defRPr>
    </a:lvl8pPr>
    <a:lvl9pPr marL="4348480" algn="l" defTabSz="1087120" rtl="0" eaLnBrk="1" latinLnBrk="0" hangingPunct="1">
      <a:defRPr sz="1425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633538" y="1143000"/>
            <a:ext cx="35909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5ACD50-0D8C-477B-80D2-9CB128E70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7026" y="3593900"/>
            <a:ext cx="21726287" cy="7645294"/>
          </a:xfrm>
        </p:spPr>
        <p:txBody>
          <a:bodyPr anchor="b"/>
          <a:lstStyle>
            <a:lvl1pPr algn="ctr">
              <a:defRPr sz="1677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95042" y="11534026"/>
            <a:ext cx="19170254" cy="5301888"/>
          </a:xfrm>
        </p:spPr>
        <p:txBody>
          <a:bodyPr/>
          <a:lstStyle>
            <a:lvl1pPr marL="0" indent="0" algn="ctr">
              <a:buNone/>
              <a:defRPr sz="6710"/>
            </a:lvl1pPr>
            <a:lvl2pPr marL="1278255" indent="0" algn="ctr">
              <a:buNone/>
              <a:defRPr sz="5590"/>
            </a:lvl2pPr>
            <a:lvl3pPr marL="2555875" indent="0" algn="ctr">
              <a:buNone/>
              <a:defRPr sz="5030"/>
            </a:lvl3pPr>
            <a:lvl4pPr marL="3834130" indent="0" algn="ctr">
              <a:buNone/>
              <a:defRPr sz="4470"/>
            </a:lvl4pPr>
            <a:lvl5pPr marL="5111750" indent="0" algn="ctr">
              <a:buNone/>
              <a:defRPr sz="4470"/>
            </a:lvl5pPr>
            <a:lvl6pPr marL="6390005" indent="0" algn="ctr">
              <a:buNone/>
              <a:defRPr sz="4470"/>
            </a:lvl6pPr>
            <a:lvl7pPr marL="7668260" indent="0" algn="ctr">
              <a:buNone/>
              <a:defRPr sz="4470"/>
            </a:lvl7pPr>
            <a:lvl8pPr marL="8945880" indent="0" algn="ctr">
              <a:buNone/>
              <a:defRPr sz="4470"/>
            </a:lvl8pPr>
            <a:lvl9pPr marL="10224135" indent="0" algn="ctr">
              <a:buNone/>
              <a:defRPr sz="447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9F28F-9F65-4005-AE54-2F81ABAAF0E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4EA03-2F97-42FE-94DD-1ABAED8C3EF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9F28F-9F65-4005-AE54-2F81ABAAF0E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4EA03-2F97-42FE-94DD-1ABAED8C3EF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43962" y="5474728"/>
            <a:ext cx="22045792" cy="9134702"/>
          </a:xfrm>
        </p:spPr>
        <p:txBody>
          <a:bodyPr anchor="b"/>
          <a:lstStyle>
            <a:lvl1pPr>
              <a:defRPr sz="1677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43962" y="14695848"/>
            <a:ext cx="22045792" cy="4803724"/>
          </a:xfrm>
        </p:spPr>
        <p:txBody>
          <a:bodyPr/>
          <a:lstStyle>
            <a:lvl1pPr marL="0" indent="0">
              <a:buNone/>
              <a:defRPr sz="6710">
                <a:solidFill>
                  <a:schemeClr val="tx1"/>
                </a:solidFill>
              </a:defRPr>
            </a:lvl1pPr>
            <a:lvl2pPr marL="1278255" indent="0">
              <a:buNone/>
              <a:defRPr sz="5590">
                <a:solidFill>
                  <a:schemeClr val="tx1">
                    <a:tint val="75000"/>
                  </a:schemeClr>
                </a:solidFill>
              </a:defRPr>
            </a:lvl2pPr>
            <a:lvl3pPr marL="2555875" indent="0">
              <a:buNone/>
              <a:defRPr sz="5030">
                <a:solidFill>
                  <a:schemeClr val="tx1">
                    <a:tint val="75000"/>
                  </a:schemeClr>
                </a:solidFill>
              </a:defRPr>
            </a:lvl3pPr>
            <a:lvl4pPr marL="3834130" indent="0">
              <a:buNone/>
              <a:defRPr sz="4470">
                <a:solidFill>
                  <a:schemeClr val="tx1">
                    <a:tint val="75000"/>
                  </a:schemeClr>
                </a:solidFill>
              </a:defRPr>
            </a:lvl4pPr>
            <a:lvl5pPr marL="5111750" indent="0">
              <a:buNone/>
              <a:defRPr sz="4470">
                <a:solidFill>
                  <a:schemeClr val="tx1">
                    <a:tint val="75000"/>
                  </a:schemeClr>
                </a:solidFill>
              </a:defRPr>
            </a:lvl5pPr>
            <a:lvl6pPr marL="6390005" indent="0">
              <a:buNone/>
              <a:defRPr sz="4470">
                <a:solidFill>
                  <a:schemeClr val="tx1">
                    <a:tint val="75000"/>
                  </a:schemeClr>
                </a:solidFill>
              </a:defRPr>
            </a:lvl6pPr>
            <a:lvl7pPr marL="7668260" indent="0">
              <a:buNone/>
              <a:defRPr sz="4470">
                <a:solidFill>
                  <a:schemeClr val="tx1">
                    <a:tint val="75000"/>
                  </a:schemeClr>
                </a:solidFill>
              </a:defRPr>
            </a:lvl7pPr>
            <a:lvl8pPr marL="8945880" indent="0">
              <a:buNone/>
              <a:defRPr sz="4470">
                <a:solidFill>
                  <a:schemeClr val="tx1">
                    <a:tint val="75000"/>
                  </a:schemeClr>
                </a:solidFill>
              </a:defRPr>
            </a:lvl8pPr>
            <a:lvl9pPr marL="10224135" indent="0">
              <a:buNone/>
              <a:defRPr sz="447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9F28F-9F65-4005-AE54-2F81ABAAF0E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4EA03-2F97-42FE-94DD-1ABAED8C3EF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57273" y="5845804"/>
            <a:ext cx="10863144" cy="1393334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39921" y="5845804"/>
            <a:ext cx="10863144" cy="1393334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9F28F-9F65-4005-AE54-2F81ABAAF0E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4EA03-2F97-42FE-94DD-1ABAED8C3EF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0602" y="1169166"/>
            <a:ext cx="22045792" cy="4244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60605" y="5383224"/>
            <a:ext cx="10813219" cy="2638235"/>
          </a:xfrm>
        </p:spPr>
        <p:txBody>
          <a:bodyPr anchor="b"/>
          <a:lstStyle>
            <a:lvl1pPr marL="0" indent="0">
              <a:buNone/>
              <a:defRPr sz="6710" b="1"/>
            </a:lvl1pPr>
            <a:lvl2pPr marL="1278255" indent="0">
              <a:buNone/>
              <a:defRPr sz="5590" b="1"/>
            </a:lvl2pPr>
            <a:lvl3pPr marL="2555875" indent="0">
              <a:buNone/>
              <a:defRPr sz="5030" b="1"/>
            </a:lvl3pPr>
            <a:lvl4pPr marL="3834130" indent="0">
              <a:buNone/>
              <a:defRPr sz="4470" b="1"/>
            </a:lvl4pPr>
            <a:lvl5pPr marL="5111750" indent="0">
              <a:buNone/>
              <a:defRPr sz="4470" b="1"/>
            </a:lvl5pPr>
            <a:lvl6pPr marL="6390005" indent="0">
              <a:buNone/>
              <a:defRPr sz="4470" b="1"/>
            </a:lvl6pPr>
            <a:lvl7pPr marL="7668260" indent="0">
              <a:buNone/>
              <a:defRPr sz="4470" b="1"/>
            </a:lvl7pPr>
            <a:lvl8pPr marL="8945880" indent="0">
              <a:buNone/>
              <a:defRPr sz="4470" b="1"/>
            </a:lvl8pPr>
            <a:lvl9pPr marL="10224135" indent="0">
              <a:buNone/>
              <a:defRPr sz="447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60605" y="8021459"/>
            <a:ext cx="10813219" cy="1179835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939922" y="5383224"/>
            <a:ext cx="10866473" cy="2638235"/>
          </a:xfrm>
        </p:spPr>
        <p:txBody>
          <a:bodyPr anchor="b"/>
          <a:lstStyle>
            <a:lvl1pPr marL="0" indent="0">
              <a:buNone/>
              <a:defRPr sz="6710" b="1"/>
            </a:lvl1pPr>
            <a:lvl2pPr marL="1278255" indent="0">
              <a:buNone/>
              <a:defRPr sz="5590" b="1"/>
            </a:lvl2pPr>
            <a:lvl3pPr marL="2555875" indent="0">
              <a:buNone/>
              <a:defRPr sz="5030" b="1"/>
            </a:lvl3pPr>
            <a:lvl4pPr marL="3834130" indent="0">
              <a:buNone/>
              <a:defRPr sz="4470" b="1"/>
            </a:lvl4pPr>
            <a:lvl5pPr marL="5111750" indent="0">
              <a:buNone/>
              <a:defRPr sz="4470" b="1"/>
            </a:lvl5pPr>
            <a:lvl6pPr marL="6390005" indent="0">
              <a:buNone/>
              <a:defRPr sz="4470" b="1"/>
            </a:lvl6pPr>
            <a:lvl7pPr marL="7668260" indent="0">
              <a:buNone/>
              <a:defRPr sz="4470" b="1"/>
            </a:lvl7pPr>
            <a:lvl8pPr marL="8945880" indent="0">
              <a:buNone/>
              <a:defRPr sz="4470" b="1"/>
            </a:lvl8pPr>
            <a:lvl9pPr marL="10224135" indent="0">
              <a:buNone/>
              <a:defRPr sz="447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939922" y="8021459"/>
            <a:ext cx="10866473" cy="1179835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9F28F-9F65-4005-AE54-2F81ABAAF0E8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4EA03-2F97-42FE-94DD-1ABAED8C3EF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9F28F-9F65-4005-AE54-2F81ABAAF0E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4EA03-2F97-42FE-94DD-1ABAED8C3EF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9F28F-9F65-4005-AE54-2F81ABAAF0E8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4EA03-2F97-42FE-94DD-1ABAED8C3EF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0603" y="1463992"/>
            <a:ext cx="8243874" cy="5123974"/>
          </a:xfrm>
        </p:spPr>
        <p:txBody>
          <a:bodyPr anchor="b"/>
          <a:lstStyle>
            <a:lvl1pPr>
              <a:defRPr sz="894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66473" y="3161822"/>
            <a:ext cx="12939921" cy="15605754"/>
          </a:xfrm>
        </p:spPr>
        <p:txBody>
          <a:bodyPr/>
          <a:lstStyle>
            <a:lvl1pPr>
              <a:defRPr sz="8945"/>
            </a:lvl1pPr>
            <a:lvl2pPr>
              <a:defRPr sz="7825"/>
            </a:lvl2pPr>
            <a:lvl3pPr>
              <a:defRPr sz="6710"/>
            </a:lvl3pPr>
            <a:lvl4pPr>
              <a:defRPr sz="5590"/>
            </a:lvl4pPr>
            <a:lvl5pPr>
              <a:defRPr sz="5590"/>
            </a:lvl5pPr>
            <a:lvl6pPr>
              <a:defRPr sz="5590"/>
            </a:lvl6pPr>
            <a:lvl7pPr>
              <a:defRPr sz="5590"/>
            </a:lvl7pPr>
            <a:lvl8pPr>
              <a:defRPr sz="5590"/>
            </a:lvl8pPr>
            <a:lvl9pPr>
              <a:defRPr sz="559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60603" y="6587966"/>
            <a:ext cx="8243874" cy="12205023"/>
          </a:xfrm>
        </p:spPr>
        <p:txBody>
          <a:bodyPr/>
          <a:lstStyle>
            <a:lvl1pPr marL="0" indent="0">
              <a:buNone/>
              <a:defRPr sz="4470"/>
            </a:lvl1pPr>
            <a:lvl2pPr marL="1278255" indent="0">
              <a:buNone/>
              <a:defRPr sz="3915"/>
            </a:lvl2pPr>
            <a:lvl3pPr marL="2555875" indent="0">
              <a:buNone/>
              <a:defRPr sz="3355"/>
            </a:lvl3pPr>
            <a:lvl4pPr marL="3834130" indent="0">
              <a:buNone/>
              <a:defRPr sz="2795"/>
            </a:lvl4pPr>
            <a:lvl5pPr marL="5111750" indent="0">
              <a:buNone/>
              <a:defRPr sz="2795"/>
            </a:lvl5pPr>
            <a:lvl6pPr marL="6390005" indent="0">
              <a:buNone/>
              <a:defRPr sz="2795"/>
            </a:lvl6pPr>
            <a:lvl7pPr marL="7668260" indent="0">
              <a:buNone/>
              <a:defRPr sz="2795"/>
            </a:lvl7pPr>
            <a:lvl8pPr marL="8945880" indent="0">
              <a:buNone/>
              <a:defRPr sz="2795"/>
            </a:lvl8pPr>
            <a:lvl9pPr marL="10224135" indent="0">
              <a:buNone/>
              <a:defRPr sz="279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9F28F-9F65-4005-AE54-2F81ABAAF0E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4EA03-2F97-42FE-94DD-1ABAED8C3EF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0603" y="1463992"/>
            <a:ext cx="8243874" cy="5123974"/>
          </a:xfrm>
        </p:spPr>
        <p:txBody>
          <a:bodyPr anchor="b"/>
          <a:lstStyle>
            <a:lvl1pPr>
              <a:defRPr sz="894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866473" y="3161822"/>
            <a:ext cx="12939921" cy="15605754"/>
          </a:xfrm>
        </p:spPr>
        <p:txBody>
          <a:bodyPr anchor="t"/>
          <a:lstStyle>
            <a:lvl1pPr marL="0" indent="0">
              <a:buNone/>
              <a:defRPr sz="8945"/>
            </a:lvl1pPr>
            <a:lvl2pPr marL="1278255" indent="0">
              <a:buNone/>
              <a:defRPr sz="7825"/>
            </a:lvl2pPr>
            <a:lvl3pPr marL="2555875" indent="0">
              <a:buNone/>
              <a:defRPr sz="6710"/>
            </a:lvl3pPr>
            <a:lvl4pPr marL="3834130" indent="0">
              <a:buNone/>
              <a:defRPr sz="5590"/>
            </a:lvl4pPr>
            <a:lvl5pPr marL="5111750" indent="0">
              <a:buNone/>
              <a:defRPr sz="5590"/>
            </a:lvl5pPr>
            <a:lvl6pPr marL="6390005" indent="0">
              <a:buNone/>
              <a:defRPr sz="5590"/>
            </a:lvl6pPr>
            <a:lvl7pPr marL="7668260" indent="0">
              <a:buNone/>
              <a:defRPr sz="5590"/>
            </a:lvl7pPr>
            <a:lvl8pPr marL="8945880" indent="0">
              <a:buNone/>
              <a:defRPr sz="5590"/>
            </a:lvl8pPr>
            <a:lvl9pPr marL="10224135" indent="0">
              <a:buNone/>
              <a:defRPr sz="559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60603" y="6587966"/>
            <a:ext cx="8243874" cy="12205023"/>
          </a:xfrm>
        </p:spPr>
        <p:txBody>
          <a:bodyPr/>
          <a:lstStyle>
            <a:lvl1pPr marL="0" indent="0">
              <a:buNone/>
              <a:defRPr sz="4470"/>
            </a:lvl1pPr>
            <a:lvl2pPr marL="1278255" indent="0">
              <a:buNone/>
              <a:defRPr sz="3915"/>
            </a:lvl2pPr>
            <a:lvl3pPr marL="2555875" indent="0">
              <a:buNone/>
              <a:defRPr sz="3355"/>
            </a:lvl3pPr>
            <a:lvl4pPr marL="3834130" indent="0">
              <a:buNone/>
              <a:defRPr sz="2795"/>
            </a:lvl4pPr>
            <a:lvl5pPr marL="5111750" indent="0">
              <a:buNone/>
              <a:defRPr sz="2795"/>
            </a:lvl5pPr>
            <a:lvl6pPr marL="6390005" indent="0">
              <a:buNone/>
              <a:defRPr sz="2795"/>
            </a:lvl6pPr>
            <a:lvl7pPr marL="7668260" indent="0">
              <a:buNone/>
              <a:defRPr sz="2795"/>
            </a:lvl7pPr>
            <a:lvl8pPr marL="8945880" indent="0">
              <a:buNone/>
              <a:defRPr sz="2795"/>
            </a:lvl8pPr>
            <a:lvl9pPr marL="10224135" indent="0">
              <a:buNone/>
              <a:defRPr sz="279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9F28F-9F65-4005-AE54-2F81ABAAF0E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4EA03-2F97-42FE-94DD-1ABAED8C3EF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9F28F-9F65-4005-AE54-2F81ABAAF0E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4EA03-2F97-42FE-94DD-1ABAED8C3EF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8291618" y="1169161"/>
            <a:ext cx="5511448" cy="1860999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57275" y="1169161"/>
            <a:ext cx="16214839" cy="1860999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9F28F-9F65-4005-AE54-2F81ABAAF0E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4EA03-2F97-42FE-94DD-1ABAED8C3EF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57273" y="1169166"/>
            <a:ext cx="22045792" cy="4244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7273" y="5845804"/>
            <a:ext cx="22045792" cy="139333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757273" y="20353568"/>
            <a:ext cx="5751076" cy="11691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35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29F28F-9F65-4005-AE54-2F81ABAAF0E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466862" y="20353568"/>
            <a:ext cx="8626614" cy="11691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35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8051989" y="20353568"/>
            <a:ext cx="5751076" cy="11691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35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A4EA03-2F97-42FE-94DD-1ABAED8C3EF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2555875" rtl="0" eaLnBrk="1" latinLnBrk="0" hangingPunct="1">
        <a:lnSpc>
          <a:spcPct val="90000"/>
        </a:lnSpc>
        <a:spcBef>
          <a:spcPct val="0"/>
        </a:spcBef>
        <a:buNone/>
        <a:defRPr sz="12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38810" indent="-638810" algn="l" defTabSz="2555875" rtl="0" eaLnBrk="1" latinLnBrk="0" hangingPunct="1">
        <a:lnSpc>
          <a:spcPct val="90000"/>
        </a:lnSpc>
        <a:spcBef>
          <a:spcPts val="2795"/>
        </a:spcBef>
        <a:buFont typeface="Arial" panose="020B0604020202020204" pitchFamily="34" charset="0"/>
        <a:buChar char="•"/>
        <a:defRPr sz="7825" kern="1200">
          <a:solidFill>
            <a:schemeClr val="tx1"/>
          </a:solidFill>
          <a:latin typeface="+mn-lt"/>
          <a:ea typeface="+mn-ea"/>
          <a:cs typeface="+mn-cs"/>
        </a:defRPr>
      </a:lvl1pPr>
      <a:lvl2pPr marL="1917065" indent="-638810" algn="l" defTabSz="2555875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6710" kern="1200">
          <a:solidFill>
            <a:schemeClr val="tx1"/>
          </a:solidFill>
          <a:latin typeface="+mn-lt"/>
          <a:ea typeface="+mn-ea"/>
          <a:cs typeface="+mn-cs"/>
        </a:defRPr>
      </a:lvl2pPr>
      <a:lvl3pPr marL="3195320" indent="-638810" algn="l" defTabSz="2555875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5590" kern="1200">
          <a:solidFill>
            <a:schemeClr val="tx1"/>
          </a:solidFill>
          <a:latin typeface="+mn-lt"/>
          <a:ea typeface="+mn-ea"/>
          <a:cs typeface="+mn-cs"/>
        </a:defRPr>
      </a:lvl3pPr>
      <a:lvl4pPr marL="4472940" indent="-638810" algn="l" defTabSz="2555875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5030" kern="1200">
          <a:solidFill>
            <a:schemeClr val="tx1"/>
          </a:solidFill>
          <a:latin typeface="+mn-lt"/>
          <a:ea typeface="+mn-ea"/>
          <a:cs typeface="+mn-cs"/>
        </a:defRPr>
      </a:lvl4pPr>
      <a:lvl5pPr marL="5751195" indent="-638810" algn="l" defTabSz="2555875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5030" kern="1200">
          <a:solidFill>
            <a:schemeClr val="tx1"/>
          </a:solidFill>
          <a:latin typeface="+mn-lt"/>
          <a:ea typeface="+mn-ea"/>
          <a:cs typeface="+mn-cs"/>
        </a:defRPr>
      </a:lvl5pPr>
      <a:lvl6pPr marL="7028815" indent="-638810" algn="l" defTabSz="2555875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5030" kern="1200">
          <a:solidFill>
            <a:schemeClr val="tx1"/>
          </a:solidFill>
          <a:latin typeface="+mn-lt"/>
          <a:ea typeface="+mn-ea"/>
          <a:cs typeface="+mn-cs"/>
        </a:defRPr>
      </a:lvl6pPr>
      <a:lvl7pPr marL="8307070" indent="-638810" algn="l" defTabSz="2555875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5030" kern="1200">
          <a:solidFill>
            <a:schemeClr val="tx1"/>
          </a:solidFill>
          <a:latin typeface="+mn-lt"/>
          <a:ea typeface="+mn-ea"/>
          <a:cs typeface="+mn-cs"/>
        </a:defRPr>
      </a:lvl7pPr>
      <a:lvl8pPr marL="9585325" indent="-638810" algn="l" defTabSz="2555875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5030" kern="1200">
          <a:solidFill>
            <a:schemeClr val="tx1"/>
          </a:solidFill>
          <a:latin typeface="+mn-lt"/>
          <a:ea typeface="+mn-ea"/>
          <a:cs typeface="+mn-cs"/>
        </a:defRPr>
      </a:lvl8pPr>
      <a:lvl9pPr marL="10862945" indent="-638810" algn="l" defTabSz="2555875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50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555875" rtl="0" eaLnBrk="1" latinLnBrk="0" hangingPunct="1">
        <a:defRPr sz="5030" kern="1200">
          <a:solidFill>
            <a:schemeClr val="tx1"/>
          </a:solidFill>
          <a:latin typeface="+mn-lt"/>
          <a:ea typeface="+mn-ea"/>
          <a:cs typeface="+mn-cs"/>
        </a:defRPr>
      </a:lvl1pPr>
      <a:lvl2pPr marL="1278255" algn="l" defTabSz="2555875" rtl="0" eaLnBrk="1" latinLnBrk="0" hangingPunct="1">
        <a:defRPr sz="5030" kern="1200">
          <a:solidFill>
            <a:schemeClr val="tx1"/>
          </a:solidFill>
          <a:latin typeface="+mn-lt"/>
          <a:ea typeface="+mn-ea"/>
          <a:cs typeface="+mn-cs"/>
        </a:defRPr>
      </a:lvl2pPr>
      <a:lvl3pPr marL="2555875" algn="l" defTabSz="2555875" rtl="0" eaLnBrk="1" latinLnBrk="0" hangingPunct="1">
        <a:defRPr sz="5030" kern="1200">
          <a:solidFill>
            <a:schemeClr val="tx1"/>
          </a:solidFill>
          <a:latin typeface="+mn-lt"/>
          <a:ea typeface="+mn-ea"/>
          <a:cs typeface="+mn-cs"/>
        </a:defRPr>
      </a:lvl3pPr>
      <a:lvl4pPr marL="3834130" algn="l" defTabSz="2555875" rtl="0" eaLnBrk="1" latinLnBrk="0" hangingPunct="1">
        <a:defRPr sz="5030" kern="1200">
          <a:solidFill>
            <a:schemeClr val="tx1"/>
          </a:solidFill>
          <a:latin typeface="+mn-lt"/>
          <a:ea typeface="+mn-ea"/>
          <a:cs typeface="+mn-cs"/>
        </a:defRPr>
      </a:lvl4pPr>
      <a:lvl5pPr marL="5111750" algn="l" defTabSz="2555875" rtl="0" eaLnBrk="1" latinLnBrk="0" hangingPunct="1">
        <a:defRPr sz="5030" kern="1200">
          <a:solidFill>
            <a:schemeClr val="tx1"/>
          </a:solidFill>
          <a:latin typeface="+mn-lt"/>
          <a:ea typeface="+mn-ea"/>
          <a:cs typeface="+mn-cs"/>
        </a:defRPr>
      </a:lvl5pPr>
      <a:lvl6pPr marL="6390005" algn="l" defTabSz="2555875" rtl="0" eaLnBrk="1" latinLnBrk="0" hangingPunct="1">
        <a:defRPr sz="5030" kern="1200">
          <a:solidFill>
            <a:schemeClr val="tx1"/>
          </a:solidFill>
          <a:latin typeface="+mn-lt"/>
          <a:ea typeface="+mn-ea"/>
          <a:cs typeface="+mn-cs"/>
        </a:defRPr>
      </a:lvl6pPr>
      <a:lvl7pPr marL="7668260" algn="l" defTabSz="2555875" rtl="0" eaLnBrk="1" latinLnBrk="0" hangingPunct="1">
        <a:defRPr sz="5030" kern="1200">
          <a:solidFill>
            <a:schemeClr val="tx1"/>
          </a:solidFill>
          <a:latin typeface="+mn-lt"/>
          <a:ea typeface="+mn-ea"/>
          <a:cs typeface="+mn-cs"/>
        </a:defRPr>
      </a:lvl7pPr>
      <a:lvl8pPr marL="8945880" algn="l" defTabSz="2555875" rtl="0" eaLnBrk="1" latinLnBrk="0" hangingPunct="1">
        <a:defRPr sz="5030" kern="1200">
          <a:solidFill>
            <a:schemeClr val="tx1"/>
          </a:solidFill>
          <a:latin typeface="+mn-lt"/>
          <a:ea typeface="+mn-ea"/>
          <a:cs typeface="+mn-cs"/>
        </a:defRPr>
      </a:lvl8pPr>
      <a:lvl9pPr marL="10224135" algn="l" defTabSz="2555875" rtl="0" eaLnBrk="1" latinLnBrk="0" hangingPunct="1">
        <a:defRPr sz="50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chart" Target="../charts/chart2.xml"/><Relationship Id="rId1" Type="http://schemas.openxmlformats.org/officeDocument/2006/relationships/chart" Target="../charts/chart1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chart" Target="../charts/chart3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chart" Target="../charts/chart9.xml"/><Relationship Id="rId3" Type="http://schemas.openxmlformats.org/officeDocument/2006/relationships/chart" Target="../charts/chart8.xml"/><Relationship Id="rId2" Type="http://schemas.openxmlformats.org/officeDocument/2006/relationships/chart" Target="../charts/chart7.xml"/><Relationship Id="rId1" Type="http://schemas.openxmlformats.org/officeDocument/2006/relationships/chart" Target="../charts/char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chart" Target="../charts/char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2.xml"/><Relationship Id="rId5" Type="http://schemas.openxmlformats.org/officeDocument/2006/relationships/chart" Target="../charts/chart15.xml"/><Relationship Id="rId4" Type="http://schemas.openxmlformats.org/officeDocument/2006/relationships/chart" Target="../charts/chart14.xml"/><Relationship Id="rId3" Type="http://schemas.openxmlformats.org/officeDocument/2006/relationships/chart" Target="../charts/chart13.xml"/><Relationship Id="rId2" Type="http://schemas.openxmlformats.org/officeDocument/2006/relationships/chart" Target="../charts/chart12.xml"/><Relationship Id="rId1" Type="http://schemas.openxmlformats.org/officeDocument/2006/relationships/chart" Target="../charts/char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75265" y="7764047"/>
            <a:ext cx="7692012" cy="8023090"/>
          </a:xfrm>
          <a:prstGeom prst="rect">
            <a:avLst/>
          </a:prstGeom>
          <a:solidFill>
            <a:srgbClr val="73C0DE"/>
          </a:solidFill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80903" y="7764045"/>
            <a:ext cx="7031658" cy="3544648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14607840" y="13591952"/>
            <a:ext cx="3222171" cy="1371599"/>
          </a:xfrm>
          <a:prstGeom prst="rect">
            <a:avLst/>
          </a:prstGeom>
          <a:solidFill>
            <a:srgbClr val="ACD99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9863" y="5730103"/>
            <a:ext cx="10544176" cy="10499685"/>
          </a:xfrm>
          <a:prstGeom prst="rect">
            <a:avLst/>
          </a:prstGeom>
        </p:spPr>
      </p:pic>
      <p:sp>
        <p:nvSpPr>
          <p:cNvPr id="35" name="文本框 34"/>
          <p:cNvSpPr txBox="1"/>
          <p:nvPr/>
        </p:nvSpPr>
        <p:spPr>
          <a:xfrm rot="3669050">
            <a:off x="7980506" y="10028654"/>
            <a:ext cx="200393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b="1" dirty="0"/>
              <a:t>Scenario Adaptation</a:t>
            </a:r>
            <a:endParaRPr lang="zh-CN" altLang="en-US" sz="2000" dirty="0"/>
          </a:p>
        </p:txBody>
      </p:sp>
      <p:sp>
        <p:nvSpPr>
          <p:cNvPr id="36" name="文本框 35"/>
          <p:cNvSpPr txBox="1"/>
          <p:nvPr/>
        </p:nvSpPr>
        <p:spPr>
          <a:xfrm>
            <a:off x="6573388" y="11899678"/>
            <a:ext cx="26239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b="1" dirty="0"/>
              <a:t>Factual &amp; Reasoning Accuracy</a:t>
            </a:r>
            <a:endParaRPr lang="zh-CN" altLang="en-US" sz="2000" dirty="0"/>
          </a:p>
        </p:txBody>
      </p:sp>
      <p:sp>
        <p:nvSpPr>
          <p:cNvPr id="37" name="文本框 36"/>
          <p:cNvSpPr txBox="1"/>
          <p:nvPr/>
        </p:nvSpPr>
        <p:spPr>
          <a:xfrm rot="17852329">
            <a:off x="5668088" y="9941723"/>
            <a:ext cx="229655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b="1" dirty="0"/>
              <a:t>Pedagogical Application</a:t>
            </a:r>
            <a:endParaRPr lang="zh-CN" altLang="en-US" sz="2000" dirty="0"/>
          </a:p>
        </p:txBody>
      </p:sp>
      <p:sp>
        <p:nvSpPr>
          <p:cNvPr id="41" name="文本框 40"/>
          <p:cNvSpPr txBox="1"/>
          <p:nvPr/>
        </p:nvSpPr>
        <p:spPr>
          <a:xfrm rot="17013687">
            <a:off x="7744709" y="6766654"/>
            <a:ext cx="2146634" cy="108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Instruction Following &amp; Task Completion</a:t>
            </a:r>
            <a:endParaRPr lang="zh-CN" altLang="en-US" dirty="0"/>
          </a:p>
        </p:txBody>
      </p:sp>
      <p:sp>
        <p:nvSpPr>
          <p:cNvPr id="42" name="文本框 41"/>
          <p:cNvSpPr txBox="1"/>
          <p:nvPr/>
        </p:nvSpPr>
        <p:spPr>
          <a:xfrm rot="19187225">
            <a:off x="9306964" y="7911055"/>
            <a:ext cx="2566850" cy="75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Role &amp; Tone Consistency</a:t>
            </a:r>
            <a:endParaRPr lang="zh-CN" altLang="en-US" dirty="0"/>
          </a:p>
        </p:txBody>
      </p:sp>
      <p:sp>
        <p:nvSpPr>
          <p:cNvPr id="43" name="文本框 42"/>
          <p:cNvSpPr txBox="1"/>
          <p:nvPr/>
        </p:nvSpPr>
        <p:spPr>
          <a:xfrm rot="20914806">
            <a:off x="10381236" y="9604205"/>
            <a:ext cx="2394871" cy="75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Content Relevance &amp; Scope Control</a:t>
            </a:r>
            <a:endParaRPr lang="zh-CN" altLang="en-US" dirty="0"/>
          </a:p>
        </p:txBody>
      </p:sp>
      <p:sp>
        <p:nvSpPr>
          <p:cNvPr id="44" name="文本框 43"/>
          <p:cNvSpPr txBox="1"/>
          <p:nvPr/>
        </p:nvSpPr>
        <p:spPr>
          <a:xfrm rot="893380">
            <a:off x="10523063" y="11405888"/>
            <a:ext cx="2032491" cy="108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Scenario Element Integration</a:t>
            </a:r>
            <a:endParaRPr lang="zh-CN" altLang="en-US" dirty="0"/>
          </a:p>
        </p:txBody>
      </p:sp>
      <p:sp>
        <p:nvSpPr>
          <p:cNvPr id="45" name="文本框 44"/>
          <p:cNvSpPr txBox="1"/>
          <p:nvPr/>
        </p:nvSpPr>
        <p:spPr>
          <a:xfrm rot="2772520">
            <a:off x="9363582" y="13345168"/>
            <a:ext cx="2482913" cy="75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Basic Factual Accuracy</a:t>
            </a:r>
            <a:endParaRPr lang="zh-CN" altLang="en-US" dirty="0"/>
          </a:p>
        </p:txBody>
      </p:sp>
      <p:sp>
        <p:nvSpPr>
          <p:cNvPr id="46" name="文本框 45"/>
          <p:cNvSpPr txBox="1"/>
          <p:nvPr/>
        </p:nvSpPr>
        <p:spPr>
          <a:xfrm rot="4345077">
            <a:off x="7688866" y="14546277"/>
            <a:ext cx="2554265" cy="75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Domain Knowledge Accuracy</a:t>
            </a:r>
            <a:endParaRPr lang="zh-CN" altLang="en-US" dirty="0"/>
          </a:p>
        </p:txBody>
      </p:sp>
      <p:sp>
        <p:nvSpPr>
          <p:cNvPr id="47" name="文本框 46"/>
          <p:cNvSpPr txBox="1"/>
          <p:nvPr/>
        </p:nvSpPr>
        <p:spPr>
          <a:xfrm rot="17273253">
            <a:off x="5582649" y="14157326"/>
            <a:ext cx="2516188" cy="75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Reasoning Process Rigor</a:t>
            </a:r>
            <a:endParaRPr lang="zh-CN" altLang="en-US" dirty="0"/>
          </a:p>
        </p:txBody>
      </p:sp>
      <p:sp>
        <p:nvSpPr>
          <p:cNvPr id="48" name="文本框 47"/>
          <p:cNvSpPr txBox="1"/>
          <p:nvPr/>
        </p:nvSpPr>
        <p:spPr>
          <a:xfrm rot="19154952">
            <a:off x="4067767" y="13033460"/>
            <a:ext cx="2275731" cy="108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Error Identification &amp; Correction Precision</a:t>
            </a:r>
            <a:endParaRPr lang="zh-CN" altLang="en-US" dirty="0"/>
          </a:p>
        </p:txBody>
      </p:sp>
      <p:sp>
        <p:nvSpPr>
          <p:cNvPr id="49" name="文本框 48"/>
          <p:cNvSpPr txBox="1"/>
          <p:nvPr/>
        </p:nvSpPr>
        <p:spPr>
          <a:xfrm rot="20795639">
            <a:off x="2774938" y="11500975"/>
            <a:ext cx="2715484" cy="75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Clarity, Simplicity &amp; Inspiration</a:t>
            </a:r>
            <a:endParaRPr lang="zh-CN" altLang="en-US" dirty="0"/>
          </a:p>
        </p:txBody>
      </p:sp>
      <p:sp>
        <p:nvSpPr>
          <p:cNvPr id="50" name="文本框 49"/>
          <p:cNvSpPr txBox="1"/>
          <p:nvPr/>
        </p:nvSpPr>
        <p:spPr>
          <a:xfrm rot="824252">
            <a:off x="3066401" y="9434719"/>
            <a:ext cx="2243469" cy="108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Motivation, Guidance &amp; Positive Feedback</a:t>
            </a:r>
            <a:endParaRPr lang="zh-CN" altLang="en-US" dirty="0"/>
          </a:p>
        </p:txBody>
      </p:sp>
      <p:sp>
        <p:nvSpPr>
          <p:cNvPr id="51" name="文本框 50"/>
          <p:cNvSpPr txBox="1"/>
          <p:nvPr/>
        </p:nvSpPr>
        <p:spPr>
          <a:xfrm rot="2501010">
            <a:off x="3853022" y="7742711"/>
            <a:ext cx="2759845" cy="108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Personalization, Adaptation &amp; Learning Support</a:t>
            </a:r>
            <a:endParaRPr lang="zh-CN" altLang="en-US" dirty="0"/>
          </a:p>
        </p:txBody>
      </p:sp>
      <p:sp>
        <p:nvSpPr>
          <p:cNvPr id="55" name="文本框 54"/>
          <p:cNvSpPr txBox="1"/>
          <p:nvPr/>
        </p:nvSpPr>
        <p:spPr>
          <a:xfrm rot="4352216">
            <a:off x="5707501" y="6779433"/>
            <a:ext cx="2329681" cy="108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Higher-Order Thinking &amp; Skill Development</a:t>
            </a:r>
            <a:endParaRPr lang="zh-CN" altLang="en-US" dirty="0"/>
          </a:p>
        </p:txBody>
      </p:sp>
      <p:graphicFrame>
        <p:nvGraphicFramePr>
          <p:cNvPr id="5" name="图表 4"/>
          <p:cNvGraphicFramePr/>
          <p:nvPr/>
        </p:nvGraphicFramePr>
        <p:xfrm>
          <a:off x="11224374" y="5594945"/>
          <a:ext cx="13880448" cy="99843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6" name="图表 5"/>
          <p:cNvGraphicFramePr/>
          <p:nvPr/>
        </p:nvGraphicFramePr>
        <p:xfrm>
          <a:off x="15078103" y="8734386"/>
          <a:ext cx="6494770" cy="38883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/>
          <p:cNvSpPr txBox="1"/>
          <p:nvPr/>
        </p:nvSpPr>
        <p:spPr>
          <a:xfrm>
            <a:off x="12756696" y="10772068"/>
            <a:ext cx="1757578" cy="415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050" dirty="0">
                <a:solidFill>
                  <a:schemeClr val="bg1"/>
                </a:solidFill>
              </a:rPr>
              <a:t>Undergraduate/</a:t>
            </a:r>
            <a:endParaRPr lang="en-US" altLang="zh-CN" sz="1050" dirty="0">
              <a:solidFill>
                <a:schemeClr val="bg1"/>
              </a:solidFill>
            </a:endParaRPr>
          </a:p>
          <a:p>
            <a:pPr algn="ctr"/>
            <a:r>
              <a:rPr lang="en-US" altLang="zh-CN" sz="1050" dirty="0">
                <a:solidFill>
                  <a:schemeClr val="bg1"/>
                </a:solidFill>
              </a:rPr>
              <a:t>Graduate/Doctoral</a:t>
            </a:r>
            <a:endParaRPr lang="en-US" altLang="zh-CN" sz="1050" dirty="0">
              <a:solidFill>
                <a:schemeClr val="bg1"/>
              </a:solidFill>
            </a:endParaRPr>
          </a:p>
        </p:txBody>
      </p:sp>
      <p:graphicFrame>
        <p:nvGraphicFramePr>
          <p:cNvPr id="10" name="图表 9"/>
          <p:cNvGraphicFramePr/>
          <p:nvPr/>
        </p:nvGraphicFramePr>
        <p:xfrm>
          <a:off x="804752" y="5776574"/>
          <a:ext cx="17047028" cy="104067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1" name="图表 10"/>
          <p:cNvGraphicFramePr/>
          <p:nvPr/>
        </p:nvGraphicFramePr>
        <p:xfrm>
          <a:off x="5199128" y="7626579"/>
          <a:ext cx="8799108" cy="63342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9" name="图表 58"/>
          <p:cNvGraphicFramePr/>
          <p:nvPr/>
        </p:nvGraphicFramePr>
        <p:xfrm>
          <a:off x="12352338" y="3673546"/>
          <a:ext cx="13208000" cy="125097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图表 6"/>
          <p:cNvGraphicFramePr/>
          <p:nvPr/>
        </p:nvGraphicFramePr>
        <p:xfrm>
          <a:off x="945969" y="3487133"/>
          <a:ext cx="23668401" cy="150229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6" name="图表 5"/>
          <p:cNvGraphicFramePr/>
          <p:nvPr/>
        </p:nvGraphicFramePr>
        <p:xfrm>
          <a:off x="5562488" y="7142165"/>
          <a:ext cx="14435362" cy="77221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图表 4"/>
          <p:cNvGraphicFramePr/>
          <p:nvPr/>
        </p:nvGraphicFramePr>
        <p:xfrm>
          <a:off x="6967142" y="8555370"/>
          <a:ext cx="11142267" cy="51018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图表 3"/>
          <p:cNvGraphicFramePr/>
          <p:nvPr/>
        </p:nvGraphicFramePr>
        <p:xfrm>
          <a:off x="10442575" y="9540311"/>
          <a:ext cx="4675188" cy="28792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11003239" y="10579834"/>
            <a:ext cx="22965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b="1" dirty="0"/>
              <a:t>teacher</a:t>
            </a:r>
            <a:endParaRPr lang="zh-CN" altLang="en-US" sz="2000" dirty="0"/>
          </a:p>
        </p:txBody>
      </p:sp>
      <p:sp>
        <p:nvSpPr>
          <p:cNvPr id="8" name="文本框 7"/>
          <p:cNvSpPr txBox="1"/>
          <p:nvPr/>
        </p:nvSpPr>
        <p:spPr>
          <a:xfrm>
            <a:off x="10483610" y="9450570"/>
            <a:ext cx="2296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/>
              <a:t>9</a:t>
            </a:r>
            <a:r>
              <a:rPr lang="zh-CN" altLang="en-US" sz="2400" dirty="0"/>
              <a:t>个领域</a:t>
            </a:r>
            <a:endParaRPr lang="zh-CN" altLang="en-US" sz="2400" dirty="0"/>
          </a:p>
        </p:txBody>
      </p:sp>
      <p:sp>
        <p:nvSpPr>
          <p:cNvPr id="9" name="文本框 8"/>
          <p:cNvSpPr txBox="1"/>
          <p:nvPr/>
        </p:nvSpPr>
        <p:spPr>
          <a:xfrm>
            <a:off x="10330097" y="8238311"/>
            <a:ext cx="2296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/>
              <a:t>9×4</a:t>
            </a:r>
            <a:r>
              <a:rPr lang="zh-CN" altLang="en-US" sz="2400" dirty="0"/>
              <a:t>个</a:t>
            </a:r>
            <a:r>
              <a:rPr lang="en-US" altLang="zh-CN" sz="2400" dirty="0"/>
              <a:t>metrics</a:t>
            </a:r>
            <a:endParaRPr lang="zh-CN" altLang="en-US" sz="2400" dirty="0"/>
          </a:p>
        </p:txBody>
      </p:sp>
      <p:sp>
        <p:nvSpPr>
          <p:cNvPr id="10" name="文本框 9"/>
          <p:cNvSpPr txBox="1"/>
          <p:nvPr/>
        </p:nvSpPr>
        <p:spPr>
          <a:xfrm>
            <a:off x="9294296" y="6348618"/>
            <a:ext cx="229655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/>
              <a:t>每个</a:t>
            </a:r>
            <a:r>
              <a:rPr lang="en-US" altLang="zh-CN" sz="2400" dirty="0"/>
              <a:t>metric</a:t>
            </a:r>
            <a:r>
              <a:rPr lang="zh-CN" altLang="en-US" sz="2400" dirty="0"/>
              <a:t>下面的</a:t>
            </a:r>
            <a:r>
              <a:rPr lang="en-US" altLang="zh-CN" sz="2400" dirty="0"/>
              <a:t>context</a:t>
            </a:r>
            <a:endParaRPr lang="zh-CN" altLang="en-US" sz="2400" dirty="0"/>
          </a:p>
        </p:txBody>
      </p:sp>
      <p:sp>
        <p:nvSpPr>
          <p:cNvPr id="12" name="文本框 11"/>
          <p:cNvSpPr txBox="1"/>
          <p:nvPr/>
        </p:nvSpPr>
        <p:spPr>
          <a:xfrm>
            <a:off x="12456097" y="12355699"/>
            <a:ext cx="1687401" cy="4217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/>
              <a:t>#73C0DE</a:t>
            </a:r>
            <a:endParaRPr lang="zh-CN" altLang="en-US" dirty="0"/>
          </a:p>
        </p:txBody>
      </p:sp>
      <p:sp>
        <p:nvSpPr>
          <p:cNvPr id="14" name="文本框 13"/>
          <p:cNvSpPr txBox="1"/>
          <p:nvPr/>
        </p:nvSpPr>
        <p:spPr>
          <a:xfrm>
            <a:off x="12151517" y="13722107"/>
            <a:ext cx="2539764" cy="4217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/>
              <a:t>#98CFE4</a:t>
            </a:r>
            <a:endParaRPr lang="zh-CN" altLang="en-US" dirty="0"/>
          </a:p>
        </p:txBody>
      </p:sp>
      <p:sp>
        <p:nvSpPr>
          <p:cNvPr id="16" name="文本框 15"/>
          <p:cNvSpPr txBox="1"/>
          <p:nvPr/>
        </p:nvSpPr>
        <p:spPr>
          <a:xfrm>
            <a:off x="12349250" y="16767454"/>
            <a:ext cx="1870077" cy="4217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/>
              <a:t>#BDD7EE</a:t>
            </a:r>
            <a:endParaRPr lang="zh-CN" altLang="en-US" dirty="0"/>
          </a:p>
        </p:txBody>
      </p:sp>
      <p:sp>
        <p:nvSpPr>
          <p:cNvPr id="18" name="文本框 17"/>
          <p:cNvSpPr txBox="1"/>
          <p:nvPr/>
        </p:nvSpPr>
        <p:spPr>
          <a:xfrm>
            <a:off x="13077429" y="9635232"/>
            <a:ext cx="1743075" cy="4217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/>
              <a:t>#70AD47</a:t>
            </a:r>
            <a:endParaRPr lang="zh-CN" altLang="en-US" dirty="0"/>
          </a:p>
        </p:txBody>
      </p:sp>
      <p:sp>
        <p:nvSpPr>
          <p:cNvPr id="20" name="文本框 19"/>
          <p:cNvSpPr txBox="1"/>
          <p:nvPr/>
        </p:nvSpPr>
        <p:spPr>
          <a:xfrm>
            <a:off x="13796407" y="8464376"/>
            <a:ext cx="1571625" cy="4217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/>
              <a:t>#95CF7B</a:t>
            </a:r>
            <a:endParaRPr lang="zh-CN" altLang="en-US" dirty="0"/>
          </a:p>
        </p:txBody>
      </p:sp>
      <p:sp>
        <p:nvSpPr>
          <p:cNvPr id="22" name="文本框 21"/>
          <p:cNvSpPr txBox="1"/>
          <p:nvPr/>
        </p:nvSpPr>
        <p:spPr>
          <a:xfrm>
            <a:off x="13969487" y="6829392"/>
            <a:ext cx="1666875" cy="4217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/>
              <a:t>#C5E0B4</a:t>
            </a:r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21213412" y="6394784"/>
            <a:ext cx="129045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#548235</a:t>
            </a:r>
            <a:endParaRPr lang="en-US" altLang="zh-CN" dirty="0"/>
          </a:p>
          <a:p>
            <a:r>
              <a:rPr lang="zh-CN" altLang="en-US" dirty="0"/>
              <a:t>#70AD47</a:t>
            </a:r>
            <a:endParaRPr lang="en-US" altLang="zh-CN" dirty="0"/>
          </a:p>
          <a:p>
            <a:r>
              <a:rPr lang="zh-CN" altLang="en-US" dirty="0"/>
              <a:t>#95CF7B</a:t>
            </a:r>
            <a:endParaRPr lang="zh-CN" altLang="en-US" dirty="0"/>
          </a:p>
          <a:p>
            <a:r>
              <a:rPr lang="zh-CN" altLang="en-US" dirty="0"/>
              <a:t>#C5E0B4</a:t>
            </a:r>
            <a:endParaRPr lang="en-US" altLang="zh-CN" dirty="0"/>
          </a:p>
          <a:p>
            <a:r>
              <a:rPr lang="en-US" altLang="zh-CN"/>
              <a:t>#E2F0D9</a:t>
            </a:r>
            <a:endParaRPr lang="zh-CN" altLang="en-US" dirty="0"/>
          </a:p>
          <a:p>
            <a:endParaRPr lang="zh-CN" altLang="en-US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" name="图表 35"/>
          <p:cNvGraphicFramePr/>
          <p:nvPr/>
        </p:nvGraphicFramePr>
        <p:xfrm>
          <a:off x="10889752" y="4906072"/>
          <a:ext cx="13646017" cy="95250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48" name="文本框 47"/>
          <p:cNvSpPr txBox="1"/>
          <p:nvPr/>
        </p:nvSpPr>
        <p:spPr>
          <a:xfrm>
            <a:off x="17905610" y="6255208"/>
            <a:ext cx="200393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Problem Solving</a:t>
            </a:r>
            <a:endParaRPr lang="zh-CN" alt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19256731" y="7699523"/>
            <a:ext cx="250592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Error Correction</a:t>
            </a:r>
            <a:endParaRPr lang="zh-CN" alt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18907575" y="9808638"/>
            <a:ext cx="350996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Question Answering</a:t>
            </a:r>
            <a:endParaRPr lang="zh-CN" alt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19909541" y="13263664"/>
            <a:ext cx="344108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Personalized Learning Support</a:t>
            </a:r>
            <a:endParaRPr lang="zh-CN" alt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16546497" y="11978337"/>
            <a:ext cx="344108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Emotional Support</a:t>
            </a:r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13962667" y="11016175"/>
            <a:ext cx="344108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Question Generation</a:t>
            </a:r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12728615" y="8976093"/>
            <a:ext cx="344108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Automatic Grading</a:t>
            </a:r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14060042" y="6547595"/>
            <a:ext cx="272485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Teaching Material Generation</a:t>
            </a:r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14998630" y="3120673"/>
            <a:ext cx="344108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Personalized Content Creation</a:t>
            </a:r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7" name="直接连接符 56"/>
          <p:cNvCxnSpPr/>
          <p:nvPr/>
        </p:nvCxnSpPr>
        <p:spPr>
          <a:xfrm>
            <a:off x="16843471" y="4968219"/>
            <a:ext cx="159346" cy="67118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/>
        </p:nvCxnSpPr>
        <p:spPr>
          <a:xfrm>
            <a:off x="20382572" y="12484507"/>
            <a:ext cx="445626" cy="56717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文本框 78"/>
          <p:cNvSpPr txBox="1"/>
          <p:nvPr/>
        </p:nvSpPr>
        <p:spPr>
          <a:xfrm>
            <a:off x="10915196" y="10643132"/>
            <a:ext cx="72817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Instruction Following &amp; Task Completion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10915196" y="11223060"/>
            <a:ext cx="65975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Role &amp; Tone Consistency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10915196" y="12351750"/>
            <a:ext cx="62735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Content Relevance &amp; Scope Control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2" name="文本框 81"/>
          <p:cNvSpPr txBox="1"/>
          <p:nvPr/>
        </p:nvSpPr>
        <p:spPr>
          <a:xfrm>
            <a:off x="10915197" y="11773536"/>
            <a:ext cx="58420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Scenario Element Integration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17564118" y="10684056"/>
            <a:ext cx="68066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Basic Factual Accuracy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4" name="文本框 83"/>
          <p:cNvSpPr txBox="1"/>
          <p:nvPr/>
        </p:nvSpPr>
        <p:spPr>
          <a:xfrm>
            <a:off x="17572731" y="11265695"/>
            <a:ext cx="43423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Domain Knowledge Accuracy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5" name="文本框 84"/>
          <p:cNvSpPr txBox="1"/>
          <p:nvPr/>
        </p:nvSpPr>
        <p:spPr>
          <a:xfrm>
            <a:off x="17564118" y="11773536"/>
            <a:ext cx="65975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Reasoning Process Rigor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17564118" y="12338919"/>
            <a:ext cx="60089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Error Identification &amp; Correction Precision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7" name="文本框 86"/>
          <p:cNvSpPr txBox="1"/>
          <p:nvPr/>
        </p:nvSpPr>
        <p:spPr>
          <a:xfrm>
            <a:off x="3436872" y="12490181"/>
            <a:ext cx="6940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Clarity, Simplicity &amp; Inspiration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8" name="文本框 87"/>
          <p:cNvSpPr txBox="1"/>
          <p:nvPr/>
        </p:nvSpPr>
        <p:spPr>
          <a:xfrm>
            <a:off x="3434770" y="11900113"/>
            <a:ext cx="660304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Motivation, Guidance &amp; Positive Feedback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9" name="文本框 88"/>
          <p:cNvSpPr txBox="1"/>
          <p:nvPr/>
        </p:nvSpPr>
        <p:spPr>
          <a:xfrm>
            <a:off x="3402248" y="11337438"/>
            <a:ext cx="80926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Personalization, Adaptation &amp; Learning Support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3455430" y="10789174"/>
            <a:ext cx="705823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Higher-Order Thinking &amp; Skill Development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1" name="矩形 90"/>
          <p:cNvSpPr/>
          <p:nvPr/>
        </p:nvSpPr>
        <p:spPr>
          <a:xfrm>
            <a:off x="2974967" y="10883232"/>
            <a:ext cx="279694" cy="273547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矩形 91"/>
          <p:cNvSpPr/>
          <p:nvPr/>
        </p:nvSpPr>
        <p:spPr>
          <a:xfrm>
            <a:off x="2974967" y="11431496"/>
            <a:ext cx="279694" cy="27354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矩形 92"/>
          <p:cNvSpPr/>
          <p:nvPr/>
        </p:nvSpPr>
        <p:spPr>
          <a:xfrm>
            <a:off x="2974967" y="11991604"/>
            <a:ext cx="279694" cy="27354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4" name="矩形 93"/>
          <p:cNvSpPr/>
          <p:nvPr/>
        </p:nvSpPr>
        <p:spPr>
          <a:xfrm>
            <a:off x="2974967" y="12539868"/>
            <a:ext cx="279694" cy="27354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5" name="矩形 94"/>
          <p:cNvSpPr/>
          <p:nvPr/>
        </p:nvSpPr>
        <p:spPr>
          <a:xfrm>
            <a:off x="10419836" y="10746458"/>
            <a:ext cx="279694" cy="273547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6" name="矩形 95"/>
          <p:cNvSpPr/>
          <p:nvPr/>
        </p:nvSpPr>
        <p:spPr>
          <a:xfrm>
            <a:off x="10419836" y="11294722"/>
            <a:ext cx="279694" cy="27354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矩形 96"/>
          <p:cNvSpPr/>
          <p:nvPr/>
        </p:nvSpPr>
        <p:spPr>
          <a:xfrm>
            <a:off x="10419836" y="11854830"/>
            <a:ext cx="279694" cy="27354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" name="矩形 97"/>
          <p:cNvSpPr/>
          <p:nvPr/>
        </p:nvSpPr>
        <p:spPr>
          <a:xfrm>
            <a:off x="10419836" y="12403094"/>
            <a:ext cx="279694" cy="27354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9" name="矩形 98"/>
          <p:cNvSpPr/>
          <p:nvPr/>
        </p:nvSpPr>
        <p:spPr>
          <a:xfrm>
            <a:off x="17121267" y="10746085"/>
            <a:ext cx="279694" cy="273547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0" name="矩形 99"/>
          <p:cNvSpPr/>
          <p:nvPr/>
        </p:nvSpPr>
        <p:spPr>
          <a:xfrm>
            <a:off x="17121267" y="11294349"/>
            <a:ext cx="279694" cy="27354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1" name="矩形 100"/>
          <p:cNvSpPr/>
          <p:nvPr/>
        </p:nvSpPr>
        <p:spPr>
          <a:xfrm>
            <a:off x="17121267" y="11854457"/>
            <a:ext cx="279694" cy="27354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" name="矩形 101"/>
          <p:cNvSpPr/>
          <p:nvPr/>
        </p:nvSpPr>
        <p:spPr>
          <a:xfrm>
            <a:off x="17121267" y="12402721"/>
            <a:ext cx="279694" cy="27354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622221" y="4866769"/>
            <a:ext cx="1277874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Sciences: Mathematics, Physics, Chemistry, Biology, Astronomy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Engineering: Computer Science, Automation Control, Aerospace Science and Technology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Agriculture: Aquaculture, Crop Science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Economics: Applied Economics, Theoretical Economics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Education: General Education, Physical Education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Management: Business Administration, Public Administration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Medicine: Basic Medicine, Clinical Medicine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Social Sciences and Humanities: Sociology, Psychology, History, Law, Management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Literature and Arts: Linguistics, Journalism, Theory of Music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Military Science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图表 9"/>
          <p:cNvGraphicFramePr/>
          <p:nvPr/>
        </p:nvGraphicFramePr>
        <p:xfrm>
          <a:off x="4602613" y="3410254"/>
          <a:ext cx="15421884" cy="104824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2" name="图表 11"/>
          <p:cNvGraphicFramePr/>
          <p:nvPr/>
        </p:nvGraphicFramePr>
        <p:xfrm>
          <a:off x="5410357" y="3158164"/>
          <a:ext cx="12680878" cy="104473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30" name="图表 129"/>
          <p:cNvGraphicFramePr/>
          <p:nvPr/>
        </p:nvGraphicFramePr>
        <p:xfrm>
          <a:off x="4656607" y="879411"/>
          <a:ext cx="15240000" cy="157226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6" name="文本框 45"/>
          <p:cNvSpPr txBox="1"/>
          <p:nvPr/>
        </p:nvSpPr>
        <p:spPr>
          <a:xfrm>
            <a:off x="7145266" y="127310"/>
            <a:ext cx="42235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Personalized  Content Creation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0437006" y="17268309"/>
            <a:ext cx="72817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Instruction Following &amp; Task Completion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0437006" y="17848237"/>
            <a:ext cx="65975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Role &amp; Tone Consistency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10437006" y="18976927"/>
            <a:ext cx="62735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Content Relevance &amp; Scope Control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10437007" y="18398713"/>
            <a:ext cx="58420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Scenario Element Integration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7083702" y="17293854"/>
            <a:ext cx="68066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 panose="020B0609020204030204" pitchFamily="49" charset="0"/>
                <a:cs typeface="Arial" panose="020B0604020202020204" pitchFamily="34" charset="0"/>
              </a:rPr>
              <a:t>Basic Factual Accuracy</a:t>
            </a:r>
            <a:endParaRPr lang="zh-CN" altLang="en-US" sz="2400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17092315" y="17875493"/>
            <a:ext cx="43423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Domain Knowledge Accuracy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7083702" y="18383334"/>
            <a:ext cx="65975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Reasoning Process Rigor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17083702" y="18948717"/>
            <a:ext cx="60089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Error Identification &amp; Correction Precision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0" name="矩形 79"/>
          <p:cNvSpPr/>
          <p:nvPr/>
        </p:nvSpPr>
        <p:spPr>
          <a:xfrm>
            <a:off x="9952943" y="17387912"/>
            <a:ext cx="279694" cy="273547"/>
          </a:xfrm>
          <a:prstGeom prst="rect">
            <a:avLst/>
          </a:prstGeom>
          <a:solidFill>
            <a:srgbClr val="F19E6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矩形 80"/>
          <p:cNvSpPr/>
          <p:nvPr/>
        </p:nvSpPr>
        <p:spPr>
          <a:xfrm>
            <a:off x="9952943" y="17936176"/>
            <a:ext cx="279694" cy="27354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矩形 81"/>
          <p:cNvSpPr/>
          <p:nvPr/>
        </p:nvSpPr>
        <p:spPr>
          <a:xfrm>
            <a:off x="9952943" y="18509295"/>
            <a:ext cx="279694" cy="27354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矩形 82"/>
          <p:cNvSpPr/>
          <p:nvPr/>
        </p:nvSpPr>
        <p:spPr>
          <a:xfrm>
            <a:off x="9952943" y="19057559"/>
            <a:ext cx="279694" cy="27354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矩形 83"/>
          <p:cNvSpPr/>
          <p:nvPr/>
        </p:nvSpPr>
        <p:spPr>
          <a:xfrm>
            <a:off x="16640851" y="17374908"/>
            <a:ext cx="279694" cy="273547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矩形 84"/>
          <p:cNvSpPr/>
          <p:nvPr/>
        </p:nvSpPr>
        <p:spPr>
          <a:xfrm>
            <a:off x="16640851" y="17904147"/>
            <a:ext cx="279694" cy="27354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矩形 85"/>
          <p:cNvSpPr/>
          <p:nvPr/>
        </p:nvSpPr>
        <p:spPr>
          <a:xfrm>
            <a:off x="16640851" y="18464255"/>
            <a:ext cx="279694" cy="27354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矩形 86"/>
          <p:cNvSpPr/>
          <p:nvPr/>
        </p:nvSpPr>
        <p:spPr>
          <a:xfrm>
            <a:off x="16640851" y="19012519"/>
            <a:ext cx="279694" cy="27354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4" name="直接连接符 93"/>
          <p:cNvCxnSpPr/>
          <p:nvPr/>
        </p:nvCxnSpPr>
        <p:spPr>
          <a:xfrm>
            <a:off x="8305800" y="640811"/>
            <a:ext cx="2843885" cy="241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文本框 120"/>
          <p:cNvSpPr txBox="1"/>
          <p:nvPr/>
        </p:nvSpPr>
        <p:spPr>
          <a:xfrm>
            <a:off x="2651875" y="18994861"/>
            <a:ext cx="6940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Clarity, Simplicity &amp; Inspiration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2" name="文本框 121"/>
          <p:cNvSpPr txBox="1"/>
          <p:nvPr/>
        </p:nvSpPr>
        <p:spPr>
          <a:xfrm>
            <a:off x="2649773" y="18404793"/>
            <a:ext cx="660304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Motivation, Guidance &amp; Positive Feedback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3" name="文本框 122"/>
          <p:cNvSpPr txBox="1"/>
          <p:nvPr/>
        </p:nvSpPr>
        <p:spPr>
          <a:xfrm>
            <a:off x="2606124" y="17934836"/>
            <a:ext cx="80926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Personalization, Adaptation &amp; Learning Support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4" name="文本框 123"/>
          <p:cNvSpPr txBox="1"/>
          <p:nvPr/>
        </p:nvSpPr>
        <p:spPr>
          <a:xfrm>
            <a:off x="2670433" y="17293854"/>
            <a:ext cx="705823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Higher-Order Thinking &amp; Skill Development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5" name="矩形 124"/>
          <p:cNvSpPr/>
          <p:nvPr/>
        </p:nvSpPr>
        <p:spPr>
          <a:xfrm>
            <a:off x="2189970" y="17387912"/>
            <a:ext cx="279694" cy="273547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6" name="矩形 125"/>
          <p:cNvSpPr/>
          <p:nvPr/>
        </p:nvSpPr>
        <p:spPr>
          <a:xfrm>
            <a:off x="2189970" y="17936176"/>
            <a:ext cx="279694" cy="27354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7" name="矩形 126"/>
          <p:cNvSpPr/>
          <p:nvPr/>
        </p:nvSpPr>
        <p:spPr>
          <a:xfrm>
            <a:off x="2189970" y="18496284"/>
            <a:ext cx="279694" cy="27354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8" name="矩形 127"/>
          <p:cNvSpPr/>
          <p:nvPr/>
        </p:nvSpPr>
        <p:spPr>
          <a:xfrm>
            <a:off x="2189970" y="19044548"/>
            <a:ext cx="279694" cy="27354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5" name="直接连接符 94"/>
          <p:cNvCxnSpPr/>
          <p:nvPr/>
        </p:nvCxnSpPr>
        <p:spPr>
          <a:xfrm>
            <a:off x="11167054" y="665005"/>
            <a:ext cx="832132" cy="589126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0" name="图表 59"/>
          <p:cNvGraphicFramePr/>
          <p:nvPr/>
        </p:nvGraphicFramePr>
        <p:xfrm>
          <a:off x="7938390" y="5695003"/>
          <a:ext cx="9383949" cy="57495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61" name="图表 60"/>
          <p:cNvGraphicFramePr/>
          <p:nvPr/>
        </p:nvGraphicFramePr>
        <p:xfrm>
          <a:off x="10188313" y="7292414"/>
          <a:ext cx="4176589" cy="24487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6" name="文本框 35"/>
          <p:cNvSpPr txBox="1"/>
          <p:nvPr/>
        </p:nvSpPr>
        <p:spPr>
          <a:xfrm>
            <a:off x="11858382" y="8308186"/>
            <a:ext cx="18373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Student </a:t>
            </a:r>
            <a:endParaRPr lang="en-US" altLang="zh-CN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Oriented</a:t>
            </a:r>
            <a:endParaRPr lang="zh-CN" alt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10832123" y="8204487"/>
            <a:ext cx="18373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Teacher </a:t>
            </a:r>
            <a:endParaRPr lang="en-US" altLang="zh-CN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Oriented</a:t>
            </a:r>
            <a:endParaRPr lang="zh-CN" alt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12065235" y="6428531"/>
            <a:ext cx="200393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Problem Solving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12845214" y="7262200"/>
            <a:ext cx="228526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Error 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Correction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13038591" y="8587175"/>
            <a:ext cx="216149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Question 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Answering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17355234" y="14122903"/>
            <a:ext cx="3441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Personalized Learning Support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0800549" y="9975513"/>
            <a:ext cx="3441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Emotional 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Support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9404131" y="9384698"/>
            <a:ext cx="3441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Question 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Generation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9523565" y="8104311"/>
            <a:ext cx="183734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Automatic 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Grading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9762243" y="6626117"/>
            <a:ext cx="272485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Teaching 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Material 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Generation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05" name="直接连接符 104"/>
          <p:cNvCxnSpPr/>
          <p:nvPr/>
        </p:nvCxnSpPr>
        <p:spPr>
          <a:xfrm>
            <a:off x="17933955" y="14950763"/>
            <a:ext cx="271956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文本框 133"/>
          <p:cNvSpPr txBox="1"/>
          <p:nvPr/>
        </p:nvSpPr>
        <p:spPr>
          <a:xfrm>
            <a:off x="13487535" y="5188160"/>
            <a:ext cx="19418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Mathematics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5" name="文本框 134"/>
          <p:cNvSpPr txBox="1"/>
          <p:nvPr/>
        </p:nvSpPr>
        <p:spPr>
          <a:xfrm>
            <a:off x="12605390" y="4092763"/>
            <a:ext cx="208773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200" b="1" dirty="0">
                <a:latin typeface="Arial" panose="020B0604020202020204" pitchFamily="34" charset="0"/>
                <a:cs typeface="Arial" panose="020B0604020202020204" pitchFamily="34" charset="0"/>
              </a:rPr>
              <a:t>K-12 subjects</a:t>
            </a:r>
            <a:endParaRPr lang="zh-CN" altLang="en-US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712120" y="4837470"/>
            <a:ext cx="129434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English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3395146" y="5578966"/>
            <a:ext cx="129434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Physics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3920550" y="4479444"/>
            <a:ext cx="135533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Chemistry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477500" y="4478270"/>
            <a:ext cx="19418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Geography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2484827" y="5187295"/>
            <a:ext cx="10196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History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4924751" y="5601691"/>
            <a:ext cx="2087737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200" b="1" dirty="0">
                <a:latin typeface="Arial" panose="020B0604020202020204" pitchFamily="34" charset="0"/>
                <a:cs typeface="Arial" panose="020B0604020202020204" pitchFamily="34" charset="0"/>
              </a:rPr>
              <a:t>Higher Education Subjects</a:t>
            </a:r>
            <a:endParaRPr lang="zh-CN" altLang="en-US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5286558" y="9007322"/>
            <a:ext cx="143980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Astronomy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4475337" y="10158707"/>
            <a:ext cx="26702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Applied Economics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3863442" y="10922524"/>
            <a:ext cx="3124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Theoretical Economics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4451578" y="10564726"/>
            <a:ext cx="22925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General</a:t>
            </a:r>
            <a:r>
              <a:rPr lang="zh-CN" altLang="en-US" sz="180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Education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3633419" y="11332441"/>
            <a:ext cx="279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Physical</a:t>
            </a:r>
            <a:r>
              <a:rPr lang="zh-CN" altLang="en-US" sz="180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Education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2276607" y="12175649"/>
            <a:ext cx="3124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Business</a:t>
            </a:r>
            <a:r>
              <a:rPr lang="zh-CN" altLang="en-US" sz="180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Administration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1872162" y="12556837"/>
            <a:ext cx="27260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</a:t>
            </a:r>
            <a:r>
              <a:rPr lang="zh-CN" altLang="en-US" sz="180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Administration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10816055" y="11830627"/>
            <a:ext cx="25250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Clinical</a:t>
            </a:r>
            <a:r>
              <a:rPr lang="zh-CN" altLang="en-US" sz="180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Medicine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13481778" y="11806137"/>
            <a:ext cx="21741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Basic</a:t>
            </a:r>
            <a:r>
              <a:rPr lang="zh-CN" altLang="en-US" sz="180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Medicine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54" name="文本框 133"/>
          <p:cNvSpPr txBox="1"/>
          <p:nvPr/>
        </p:nvSpPr>
        <p:spPr>
          <a:xfrm>
            <a:off x="12509632" y="4862796"/>
            <a:ext cx="1941946" cy="40022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Biology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文本框 5"/>
          <p:cNvSpPr txBox="1"/>
          <p:nvPr/>
        </p:nvSpPr>
        <p:spPr>
          <a:xfrm>
            <a:off x="15480466" y="7668747"/>
            <a:ext cx="2339344" cy="1048739"/>
          </a:xfrm>
          <a:prstGeom prst="rect">
            <a:avLst/>
          </a:prstGeom>
        </p:spPr>
        <p:txBody>
          <a:bodyPr wrap="squar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Aerospace Science &amp; Technology</a:t>
            </a:r>
            <a:endParaRPr lang="zh-CN" altLang="en-US" sz="2000" kern="12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58" name="文本框 6"/>
          <p:cNvSpPr txBox="1"/>
          <p:nvPr/>
        </p:nvSpPr>
        <p:spPr>
          <a:xfrm>
            <a:off x="15168423" y="9393926"/>
            <a:ext cx="1624670" cy="539338"/>
          </a:xfrm>
          <a:prstGeom prst="rect">
            <a:avLst/>
          </a:prstGeom>
        </p:spPr>
        <p:txBody>
          <a:bodyPr wrap="squar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kern="120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Aquaculture</a:t>
            </a:r>
            <a:endParaRPr lang="zh-CN" altLang="en-US" sz="2000" kern="1200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文本框 7"/>
          <p:cNvSpPr txBox="1"/>
          <p:nvPr/>
        </p:nvSpPr>
        <p:spPr>
          <a:xfrm>
            <a:off x="15387868" y="7287265"/>
            <a:ext cx="1967366" cy="400228"/>
          </a:xfrm>
          <a:prstGeom prst="rect">
            <a:avLst/>
          </a:prstGeom>
        </p:spPr>
        <p:txBody>
          <a:bodyPr wrap="squar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kern="120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Crop Science</a:t>
            </a:r>
            <a:endParaRPr lang="zh-CN" altLang="en-US" sz="2000" kern="1200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9889536" y="11075787"/>
            <a:ext cx="12986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Sociology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11753167" y="12995033"/>
            <a:ext cx="18161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Psychology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16230222" y="6921045"/>
            <a:ext cx="94683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Law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71" name="文本框 70"/>
          <p:cNvSpPr txBox="1"/>
          <p:nvPr/>
        </p:nvSpPr>
        <p:spPr>
          <a:xfrm>
            <a:off x="10216583" y="12707147"/>
            <a:ext cx="18161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Management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9081439" y="11884053"/>
            <a:ext cx="15953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Linguistics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12188233" y="11490403"/>
            <a:ext cx="167520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Journalism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9519535" y="11464969"/>
            <a:ext cx="236241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Theory of Music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10288306" y="12213735"/>
            <a:ext cx="23170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Military Science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8" name="文本框 6"/>
          <p:cNvSpPr txBox="1"/>
          <p:nvPr/>
        </p:nvSpPr>
        <p:spPr>
          <a:xfrm>
            <a:off x="14886365" y="9802386"/>
            <a:ext cx="2565420" cy="539338"/>
          </a:xfrm>
          <a:prstGeom prst="rect">
            <a:avLst/>
          </a:prstGeom>
        </p:spPr>
        <p:txBody>
          <a:bodyPr wrap="squar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kern="120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Computer Science</a:t>
            </a:r>
            <a:endParaRPr lang="zh-CN" altLang="en-US" sz="2000" kern="1200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9" name="文本框 6"/>
          <p:cNvSpPr txBox="1"/>
          <p:nvPr/>
        </p:nvSpPr>
        <p:spPr>
          <a:xfrm>
            <a:off x="15093628" y="6660758"/>
            <a:ext cx="2261606" cy="539338"/>
          </a:xfrm>
          <a:prstGeom prst="rect">
            <a:avLst/>
          </a:prstGeom>
        </p:spPr>
        <p:txBody>
          <a:bodyPr wrap="squar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kern="120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Automation Control</a:t>
            </a:r>
            <a:endParaRPr lang="zh-CN" altLang="en-US" sz="2000" kern="1200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0" name="文本框 6"/>
          <p:cNvSpPr txBox="1"/>
          <p:nvPr/>
        </p:nvSpPr>
        <p:spPr>
          <a:xfrm>
            <a:off x="15761079" y="8651480"/>
            <a:ext cx="2565420" cy="539338"/>
          </a:xfrm>
          <a:prstGeom prst="rect">
            <a:avLst/>
          </a:prstGeom>
        </p:spPr>
        <p:txBody>
          <a:bodyPr wrap="squar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kern="120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Agriculture</a:t>
            </a:r>
            <a:endParaRPr lang="zh-CN" altLang="en-US" sz="2000" kern="1200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1" name="文本框 90"/>
          <p:cNvSpPr txBox="1"/>
          <p:nvPr/>
        </p:nvSpPr>
        <p:spPr>
          <a:xfrm>
            <a:off x="10123185" y="3896656"/>
            <a:ext cx="208773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200" b="1" dirty="0">
                <a:latin typeface="Arial" panose="020B0604020202020204" pitchFamily="34" charset="0"/>
                <a:cs typeface="Arial" panose="020B0604020202020204" pitchFamily="34" charset="0"/>
              </a:rPr>
              <a:t>Task Difficulty</a:t>
            </a:r>
            <a:endParaRPr lang="zh-CN" altLang="en-US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2" name="文本框 91"/>
          <p:cNvSpPr txBox="1"/>
          <p:nvPr/>
        </p:nvSpPr>
        <p:spPr>
          <a:xfrm>
            <a:off x="8638254" y="4900044"/>
            <a:ext cx="208773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200" b="1" dirty="0">
                <a:latin typeface="Arial" panose="020B0604020202020204" pitchFamily="34" charset="0"/>
                <a:cs typeface="Arial" panose="020B0604020202020204" pitchFamily="34" charset="0"/>
              </a:rPr>
              <a:t>Language</a:t>
            </a:r>
            <a:endParaRPr lang="zh-CN" altLang="en-US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3" name="文本框 92"/>
          <p:cNvSpPr txBox="1"/>
          <p:nvPr/>
        </p:nvSpPr>
        <p:spPr>
          <a:xfrm>
            <a:off x="7420284" y="6328732"/>
            <a:ext cx="208773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200" b="1" dirty="0">
                <a:latin typeface="Arial" panose="020B0604020202020204" pitchFamily="34" charset="0"/>
                <a:cs typeface="Arial" panose="020B0604020202020204" pitchFamily="34" charset="0"/>
              </a:rPr>
              <a:t>Question Type</a:t>
            </a:r>
            <a:endParaRPr lang="zh-CN" altLang="en-US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6" name="文本框 133"/>
          <p:cNvSpPr txBox="1"/>
          <p:nvPr/>
        </p:nvSpPr>
        <p:spPr>
          <a:xfrm>
            <a:off x="13590060" y="4850735"/>
            <a:ext cx="12316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Chinese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7" name="文本框 133"/>
          <p:cNvSpPr txBox="1"/>
          <p:nvPr/>
        </p:nvSpPr>
        <p:spPr>
          <a:xfrm>
            <a:off x="10671482" y="4353110"/>
            <a:ext cx="12316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Easy</a:t>
            </a:r>
            <a:endParaRPr lang="zh-CN" altLang="en-US" sz="2400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8" name="文本框 133"/>
          <p:cNvSpPr txBox="1"/>
          <p:nvPr/>
        </p:nvSpPr>
        <p:spPr>
          <a:xfrm>
            <a:off x="10734830" y="5198413"/>
            <a:ext cx="12316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Hard</a:t>
            </a:r>
            <a:endParaRPr lang="zh-CN" altLang="en-US" sz="2400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9" name="文本框 133"/>
          <p:cNvSpPr txBox="1"/>
          <p:nvPr/>
        </p:nvSpPr>
        <p:spPr>
          <a:xfrm>
            <a:off x="10450560" y="4751757"/>
            <a:ext cx="16635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Medium</a:t>
            </a:r>
            <a:endParaRPr lang="zh-CN" altLang="en-US" sz="2400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0" name="文本框 133"/>
          <p:cNvSpPr txBox="1"/>
          <p:nvPr/>
        </p:nvSpPr>
        <p:spPr>
          <a:xfrm>
            <a:off x="8623894" y="5364604"/>
            <a:ext cx="16635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Chinese</a:t>
            </a:r>
            <a:endParaRPr lang="zh-CN" altLang="en-US" sz="2400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1" name="文本框 133"/>
          <p:cNvSpPr txBox="1"/>
          <p:nvPr/>
        </p:nvSpPr>
        <p:spPr>
          <a:xfrm>
            <a:off x="9047148" y="5804469"/>
            <a:ext cx="16635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English</a:t>
            </a:r>
            <a:endParaRPr lang="zh-CN" altLang="en-US" sz="2400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3" name="文本框 133"/>
          <p:cNvSpPr txBox="1"/>
          <p:nvPr/>
        </p:nvSpPr>
        <p:spPr>
          <a:xfrm>
            <a:off x="7343665" y="7701904"/>
            <a:ext cx="208773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20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Single Choice</a:t>
            </a:r>
            <a:endParaRPr lang="zh-CN" altLang="en-US" sz="2200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" name="文本框 133"/>
          <p:cNvSpPr txBox="1"/>
          <p:nvPr/>
        </p:nvSpPr>
        <p:spPr>
          <a:xfrm>
            <a:off x="7192726" y="8166383"/>
            <a:ext cx="249811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20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Multiple Choice</a:t>
            </a:r>
            <a:endParaRPr lang="zh-CN" altLang="en-US" sz="2200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6" name="文本框 133"/>
          <p:cNvSpPr txBox="1"/>
          <p:nvPr/>
        </p:nvSpPr>
        <p:spPr>
          <a:xfrm>
            <a:off x="7417116" y="7262200"/>
            <a:ext cx="208773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20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Short Answer</a:t>
            </a:r>
            <a:endParaRPr lang="zh-CN" altLang="en-US" sz="2200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9" name="文本框 108"/>
          <p:cNvSpPr txBox="1"/>
          <p:nvPr/>
        </p:nvSpPr>
        <p:spPr>
          <a:xfrm>
            <a:off x="7346066" y="8784887"/>
            <a:ext cx="208773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Emotional Support</a:t>
            </a:r>
            <a:endParaRPr lang="zh-CN" alt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0" name="文本框 109"/>
          <p:cNvSpPr txBox="1"/>
          <p:nvPr/>
        </p:nvSpPr>
        <p:spPr>
          <a:xfrm>
            <a:off x="7590532" y="9520423"/>
            <a:ext cx="236241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Mental Healthy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11" name="文本框 110"/>
          <p:cNvSpPr txBox="1"/>
          <p:nvPr/>
        </p:nvSpPr>
        <p:spPr>
          <a:xfrm>
            <a:off x="7813302" y="9892529"/>
            <a:ext cx="15638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Mild Anxiety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12" name="文本框 111"/>
          <p:cNvSpPr txBox="1"/>
          <p:nvPr/>
        </p:nvSpPr>
        <p:spPr>
          <a:xfrm>
            <a:off x="7637262" y="10297464"/>
            <a:ext cx="27158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Moderate Anxiety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13" name="文本框 112"/>
          <p:cNvSpPr txBox="1"/>
          <p:nvPr/>
        </p:nvSpPr>
        <p:spPr>
          <a:xfrm>
            <a:off x="7810500" y="10701491"/>
            <a:ext cx="27158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Severe Anxiety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</a:endParaRPr>
          </a:p>
        </p:txBody>
      </p:sp>
      <p:cxnSp>
        <p:nvCxnSpPr>
          <p:cNvPr id="131" name="直接连接符 130"/>
          <p:cNvCxnSpPr/>
          <p:nvPr/>
        </p:nvCxnSpPr>
        <p:spPr>
          <a:xfrm>
            <a:off x="13673127" y="9917499"/>
            <a:ext cx="4271210" cy="505530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: 空心 3"/>
          <p:cNvSpPr/>
          <p:nvPr/>
        </p:nvSpPr>
        <p:spPr>
          <a:xfrm>
            <a:off x="7239737" y="3584058"/>
            <a:ext cx="9917527" cy="9821143"/>
          </a:xfrm>
          <a:prstGeom prst="donut">
            <a:avLst>
              <a:gd name="adj" fmla="val 20861"/>
            </a:avLst>
          </a:prstGeom>
          <a:solidFill>
            <a:srgbClr val="E2F0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6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2971</Words>
  <Application>WPS 演示</Application>
  <PresentationFormat>自定义</PresentationFormat>
  <Paragraphs>268</Paragraphs>
  <Slides>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9" baseType="lpstr">
      <vt:lpstr>Arial</vt:lpstr>
      <vt:lpstr>宋体</vt:lpstr>
      <vt:lpstr>Wingdings</vt:lpstr>
      <vt:lpstr>Consolas</vt:lpstr>
      <vt:lpstr>Calibri</vt:lpstr>
      <vt:lpstr>微软雅黑</vt:lpstr>
      <vt:lpstr>Arial Unicode MS</vt:lpstr>
      <vt:lpstr>等线 Light</vt:lpstr>
      <vt:lpstr>Calibri 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luna liang</dc:creator>
  <cp:lastModifiedBy>骆潇尧</cp:lastModifiedBy>
  <cp:revision>36</cp:revision>
  <dcterms:created xsi:type="dcterms:W3CDTF">2025-05-08T12:47:00Z</dcterms:created>
  <dcterms:modified xsi:type="dcterms:W3CDTF">2025-05-18T15:58:19Z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6F51C91B86CC40C6AE1C5DEC7D22870F_12</vt:lpwstr>
  </property>
  <property fmtid="{D5CDD505-2E9C-101B-9397-08002B2CF9AE}" pid="3" name="KSOProductBuildVer">
    <vt:lpwstr>2052-12.1.0.21171</vt:lpwstr>
  </property>
</Properties>
</file>