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620012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4F8"/>
    <a:srgbClr val="9AD5EA"/>
    <a:srgbClr val="109E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82" autoAdjust="0"/>
    <p:restoredTop sz="94660"/>
  </p:normalViewPr>
  <p:slideViewPr>
    <p:cSldViewPr snapToGrid="0">
      <p:cViewPr>
        <p:scale>
          <a:sx n="50" d="100"/>
          <a:sy n="50" d="100"/>
        </p:scale>
        <p:origin x="66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E1614-FE03-4A27-B179-CD51902C2E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215900" y="1143000"/>
            <a:ext cx="7289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C4436-CB50-400F-AE95-A3015D77DE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C4436-CB50-400F-AE95-A3015D77DE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1122363"/>
            <a:ext cx="1215032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3602038"/>
            <a:ext cx="1215032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1709739"/>
            <a:ext cx="1397287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4589464"/>
            <a:ext cx="1397287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1825625"/>
            <a:ext cx="6885186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1825625"/>
            <a:ext cx="6885186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365126"/>
            <a:ext cx="1397287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1681163"/>
            <a:ext cx="68535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2505075"/>
            <a:ext cx="6853544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1681163"/>
            <a:ext cx="688729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2505075"/>
            <a:ext cx="688729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457200"/>
            <a:ext cx="5225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987426"/>
            <a:ext cx="820147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057400"/>
            <a:ext cx="52250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457200"/>
            <a:ext cx="5225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987426"/>
            <a:ext cx="8201472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057400"/>
            <a:ext cx="52250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365125"/>
            <a:ext cx="349321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365125"/>
            <a:ext cx="10277153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365126"/>
            <a:ext cx="139728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1825625"/>
            <a:ext cx="139728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6356351"/>
            <a:ext cx="3645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B2CE7-26DA-40B7-9A5B-F48BB1FAB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6356351"/>
            <a:ext cx="546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6356351"/>
            <a:ext cx="3645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8715E-6942-447E-9E3E-944014CFC8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12541220" y="836064"/>
            <a:ext cx="2857591" cy="5779067"/>
          </a:xfrm>
          <a:prstGeom prst="roundRect">
            <a:avLst>
              <a:gd name="adj" fmla="val 731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: 圆角 92"/>
          <p:cNvSpPr/>
          <p:nvPr/>
        </p:nvSpPr>
        <p:spPr>
          <a:xfrm>
            <a:off x="12679551" y="5224711"/>
            <a:ext cx="2551574" cy="1209885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/>
          <p:cNvSpPr/>
          <p:nvPr/>
        </p:nvSpPr>
        <p:spPr>
          <a:xfrm>
            <a:off x="5533656" y="4081645"/>
            <a:ext cx="2315628" cy="1696592"/>
          </a:xfrm>
          <a:prstGeom prst="roundRect">
            <a:avLst>
              <a:gd name="adj" fmla="val 11452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/>
          <p:cNvSpPr/>
          <p:nvPr/>
        </p:nvSpPr>
        <p:spPr>
          <a:xfrm>
            <a:off x="10104121" y="994050"/>
            <a:ext cx="1885668" cy="1696593"/>
          </a:xfrm>
          <a:prstGeom prst="roundRect">
            <a:avLst>
              <a:gd name="adj" fmla="val 11452"/>
            </a:avLst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/>
          <p:cNvSpPr/>
          <p:nvPr/>
        </p:nvSpPr>
        <p:spPr>
          <a:xfrm>
            <a:off x="7566255" y="984020"/>
            <a:ext cx="2389953" cy="1706623"/>
          </a:xfrm>
          <a:prstGeom prst="roundRect">
            <a:avLst>
              <a:gd name="adj" fmla="val 11452"/>
            </a:avLst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/>
          <p:cNvSpPr/>
          <p:nvPr/>
        </p:nvSpPr>
        <p:spPr>
          <a:xfrm>
            <a:off x="5532717" y="1004038"/>
            <a:ext cx="1885625" cy="1695956"/>
          </a:xfrm>
          <a:prstGeom prst="roundRect">
            <a:avLst>
              <a:gd name="adj" fmla="val 11452"/>
            </a:avLst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2612726" y="3198307"/>
            <a:ext cx="2551574" cy="1209885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12679551" y="972418"/>
            <a:ext cx="2551574" cy="1426878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706719" y="775138"/>
            <a:ext cx="4376588" cy="5813734"/>
          </a:xfrm>
          <a:prstGeom prst="roundRect">
            <a:avLst>
              <a:gd name="adj" fmla="val 731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/>
          <p:cNvSpPr/>
          <p:nvPr/>
        </p:nvSpPr>
        <p:spPr>
          <a:xfrm>
            <a:off x="808496" y="4945512"/>
            <a:ext cx="4152354" cy="1419238"/>
          </a:xfrm>
          <a:prstGeom prst="roundRect">
            <a:avLst>
              <a:gd name="adj" fmla="val 10876"/>
            </a:avLst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809577" y="2408610"/>
            <a:ext cx="4152353" cy="1574796"/>
          </a:xfrm>
          <a:prstGeom prst="roundRect">
            <a:avLst>
              <a:gd name="adj" fmla="val 11448"/>
            </a:avLst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809577" y="977623"/>
            <a:ext cx="4118239" cy="1339216"/>
          </a:xfrm>
          <a:prstGeom prst="roundRect">
            <a:avLst>
              <a:gd name="adj" fmla="val 9762"/>
            </a:avLst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764645" y="173990"/>
            <a:ext cx="4326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Knowledge Distillation</a:t>
            </a:r>
            <a:endParaRPr lang="en-US" altLang="zh-C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95456" y="181229"/>
            <a:ext cx="3727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Metrics &amp; Evaluation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48468" y="174257"/>
            <a:ext cx="2992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Data Curation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59020" y="1965610"/>
            <a:ext cx="19712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9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scenarios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36897" y="4553076"/>
            <a:ext cx="94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29458" y="1037793"/>
            <a:ext cx="3932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Educational Scenarios Design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279" y="1491261"/>
            <a:ext cx="468826" cy="53796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782" y="1530175"/>
            <a:ext cx="494758" cy="50062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710" y="1501337"/>
            <a:ext cx="464101" cy="52830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900" y="3010345"/>
            <a:ext cx="557860" cy="55616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870" y="3047360"/>
            <a:ext cx="538581" cy="53858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710" y="3051172"/>
            <a:ext cx="566943" cy="534978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15693" y="3590970"/>
            <a:ext cx="386384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,000 distinct educational contexts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1063975" y="1437903"/>
            <a:ext cx="368925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947463" y="2931625"/>
            <a:ext cx="3932071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箭头: 右 29"/>
          <p:cNvSpPr/>
          <p:nvPr/>
        </p:nvSpPr>
        <p:spPr>
          <a:xfrm rot="5400000">
            <a:off x="2623568" y="4294047"/>
            <a:ext cx="681693" cy="284977"/>
          </a:xfrm>
          <a:prstGeom prst="rightArrow">
            <a:avLst>
              <a:gd name="adj1" fmla="val 33304"/>
              <a:gd name="adj2" fmla="val 9366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1237098" y="5394811"/>
            <a:ext cx="335280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980451" y="5005143"/>
            <a:ext cx="3932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Data Instances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66108" y="5344295"/>
            <a:ext cx="60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/>
              <a:t>+</a:t>
            </a:r>
            <a:endParaRPr lang="zh-CN" altLang="en-US" sz="4000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5550677" y="1021019"/>
            <a:ext cx="18432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Scenario Adaptation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504491" y="1073582"/>
            <a:ext cx="2560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Factual &amp; Reasoning Accuracy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033271" y="1029177"/>
            <a:ext cx="20335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Pedagogical Application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119077" y="3116163"/>
            <a:ext cx="3280051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EduBench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箭头: 左右 44"/>
          <p:cNvSpPr/>
          <p:nvPr/>
        </p:nvSpPr>
        <p:spPr>
          <a:xfrm>
            <a:off x="8058659" y="4414967"/>
            <a:ext cx="1388720" cy="523220"/>
          </a:xfrm>
          <a:prstGeom prst="left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2646564" y="1787283"/>
            <a:ext cx="2610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Multi-source 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xpertis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 from Powerful LLMs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21518" y="1170432"/>
            <a:ext cx="609342" cy="579888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50115" y="3295936"/>
            <a:ext cx="657127" cy="737591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12990368" y="4008082"/>
            <a:ext cx="1718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7B LLM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69165" y="1125311"/>
            <a:ext cx="637189" cy="656241"/>
          </a:xfrm>
          <a:prstGeom prst="rect">
            <a:avLst/>
          </a:prstGeom>
        </p:spPr>
      </p:pic>
      <p:sp>
        <p:nvSpPr>
          <p:cNvPr id="52" name="矩形: 圆角 51"/>
          <p:cNvSpPr/>
          <p:nvPr/>
        </p:nvSpPr>
        <p:spPr>
          <a:xfrm>
            <a:off x="9612729" y="4102499"/>
            <a:ext cx="2423199" cy="1696592"/>
          </a:xfrm>
          <a:prstGeom prst="roundRect">
            <a:avLst>
              <a:gd name="adj" fmla="val 11452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1563" y="4248623"/>
            <a:ext cx="879961" cy="840377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9671" y="4196879"/>
            <a:ext cx="975257" cy="985209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37405" y="4730912"/>
            <a:ext cx="493477" cy="770428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10297632" y="5408461"/>
            <a:ext cx="12224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LLMs</a:t>
            </a:r>
            <a:endParaRPr lang="zh-CN" altLang="en-US" sz="2000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8180945" y="4914586"/>
            <a:ext cx="1222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66225" y="4789649"/>
            <a:ext cx="587454" cy="552171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43167" y="4789649"/>
            <a:ext cx="587454" cy="552171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7741650" y="5868415"/>
            <a:ext cx="20104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Evaluators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636674" y="5343131"/>
            <a:ext cx="20104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Human Judge</a:t>
            </a:r>
            <a:endParaRPr lang="zh-CN" altLang="en-US" sz="2000" b="1" dirty="0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611871" y="5315876"/>
            <a:ext cx="716287" cy="725354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55280" y="4096627"/>
            <a:ext cx="504895" cy="485843"/>
          </a:xfrm>
          <a:prstGeom prst="rect">
            <a:avLst/>
          </a:prstGeom>
        </p:spPr>
      </p:pic>
      <p:sp>
        <p:nvSpPr>
          <p:cNvPr id="69" name="矩形: 圆角 68"/>
          <p:cNvSpPr/>
          <p:nvPr/>
        </p:nvSpPr>
        <p:spPr>
          <a:xfrm>
            <a:off x="5307768" y="803663"/>
            <a:ext cx="6936424" cy="5785213"/>
          </a:xfrm>
          <a:prstGeom prst="roundRect">
            <a:avLst>
              <a:gd name="adj" fmla="val 7310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1802515" y="5950124"/>
            <a:ext cx="106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064731" y="5961593"/>
            <a:ext cx="106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Answer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9580" y="2472692"/>
            <a:ext cx="4175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ult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imensional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ategorization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箭头: 右 2"/>
          <p:cNvSpPr/>
          <p:nvPr/>
        </p:nvSpPr>
        <p:spPr>
          <a:xfrm rot="5400000">
            <a:off x="13617220" y="2673403"/>
            <a:ext cx="669482" cy="265410"/>
          </a:xfrm>
          <a:prstGeom prst="rightArrow">
            <a:avLst>
              <a:gd name="adj1" fmla="val 21520"/>
              <a:gd name="adj2" fmla="val 8171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箭头: 右 16"/>
          <p:cNvSpPr/>
          <p:nvPr/>
        </p:nvSpPr>
        <p:spPr>
          <a:xfrm rot="5400000">
            <a:off x="13603665" y="4700578"/>
            <a:ext cx="678349" cy="283650"/>
          </a:xfrm>
          <a:prstGeom prst="rightArrow">
            <a:avLst>
              <a:gd name="adj1" fmla="val 21520"/>
              <a:gd name="adj2" fmla="val 8171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10043" y="5472473"/>
            <a:ext cx="550356" cy="544523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61700" y="5472473"/>
            <a:ext cx="569678" cy="539120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65897" y="1842192"/>
            <a:ext cx="819264" cy="771633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24393" y="1873907"/>
            <a:ext cx="885949" cy="743054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55552" y="1757295"/>
            <a:ext cx="876422" cy="895475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65826" y="4332385"/>
            <a:ext cx="771633" cy="914528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154012" y="2501715"/>
            <a:ext cx="553874" cy="609727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106700" y="4522682"/>
            <a:ext cx="719310" cy="653419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29796" y="1170432"/>
            <a:ext cx="609342" cy="579888"/>
          </a:xfrm>
          <a:prstGeom prst="rect">
            <a:avLst/>
          </a:prstGeom>
        </p:spPr>
      </p:pic>
      <p:sp>
        <p:nvSpPr>
          <p:cNvPr id="95" name="文本框 94"/>
          <p:cNvSpPr txBox="1"/>
          <p:nvPr/>
        </p:nvSpPr>
        <p:spPr>
          <a:xfrm>
            <a:off x="12900975" y="6058399"/>
            <a:ext cx="217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Powerful 7B LLM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6407" y="4914586"/>
            <a:ext cx="587454" cy="5521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362</Words>
  <Application>WPS 演示</Application>
  <PresentationFormat>自定义</PresentationFormat>
  <Paragraphs>47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luna liang</dc:creator>
  <cp:lastModifiedBy>骆潇尧</cp:lastModifiedBy>
  <cp:revision>16</cp:revision>
  <dcterms:created xsi:type="dcterms:W3CDTF">2025-05-12T06:15:00Z</dcterms:created>
  <dcterms:modified xsi:type="dcterms:W3CDTF">2025-05-20T09:09:53Z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F7B518B76D754A1BB6A7D6961687BE53_12</vt:lpwstr>
  </property>
  <property fmtid="{D5CDD505-2E9C-101B-9397-08002B2CF9AE}" pid="3" name="KSOProductBuildVer">
    <vt:lpwstr>2052-12.1.0.21171</vt:lpwstr>
  </property>
</Properties>
</file>