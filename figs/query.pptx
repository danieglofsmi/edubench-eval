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147113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6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C8C8"/>
    <a:srgbClr val="DBDBDB"/>
    <a:srgbClr val="C7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848" y="1404"/>
      </p:cViewPr>
      <p:guideLst>
        <p:guide orient="horz" pos="2160"/>
        <p:guide pos="46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8921" y="1122363"/>
            <a:ext cx="1103352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8921" y="3602038"/>
            <a:ext cx="1103352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32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244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744" y="1709739"/>
            <a:ext cx="1268855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744" y="4589464"/>
            <a:ext cx="1268855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78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406" y="1825625"/>
            <a:ext cx="625232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7628" y="1825625"/>
            <a:ext cx="625232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21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2" y="365126"/>
            <a:ext cx="12688551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323" y="1681163"/>
            <a:ext cx="622359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323" y="2505075"/>
            <a:ext cx="622359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47628" y="1681163"/>
            <a:ext cx="625424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7628" y="2505075"/>
            <a:ext cx="625424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50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432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19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3" y="457200"/>
            <a:ext cx="474479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245" y="987426"/>
            <a:ext cx="744762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323" y="2057400"/>
            <a:ext cx="474479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0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3" y="457200"/>
            <a:ext cx="474479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54245" y="987426"/>
            <a:ext cx="744762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323" y="2057400"/>
            <a:ext cx="474479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09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2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7819" y="365125"/>
            <a:ext cx="3172138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406" y="365125"/>
            <a:ext cx="933252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6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406" y="365126"/>
            <a:ext cx="126885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406" y="1825625"/>
            <a:ext cx="1268855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1406" y="6356351"/>
            <a:ext cx="3310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73139" y="6356351"/>
            <a:ext cx="4965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89900" y="6356351"/>
            <a:ext cx="3310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79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F17EDED-F8E8-C97D-BBA1-3747C816EC00}"/>
              </a:ext>
            </a:extLst>
          </p:cNvPr>
          <p:cNvSpPr/>
          <p:nvPr/>
        </p:nvSpPr>
        <p:spPr>
          <a:xfrm>
            <a:off x="5095123" y="1336104"/>
            <a:ext cx="4865367" cy="1651614"/>
          </a:xfrm>
          <a:prstGeom prst="roundRect">
            <a:avLst>
              <a:gd name="adj" fmla="val 642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EFCD0D2-3298-F46B-954F-45255EA56AFB}"/>
              </a:ext>
            </a:extLst>
          </p:cNvPr>
          <p:cNvSpPr/>
          <p:nvPr/>
        </p:nvSpPr>
        <p:spPr>
          <a:xfrm>
            <a:off x="3673451" y="1488536"/>
            <a:ext cx="1103466" cy="1003480"/>
          </a:xfrm>
          <a:prstGeom prst="roundRect">
            <a:avLst>
              <a:gd name="adj" fmla="val 554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52E8DC6-FEBF-1D0C-EA03-1BED826BBFA2}"/>
              </a:ext>
            </a:extLst>
          </p:cNvPr>
          <p:cNvSpPr/>
          <p:nvPr/>
        </p:nvSpPr>
        <p:spPr>
          <a:xfrm>
            <a:off x="1366303" y="1336104"/>
            <a:ext cx="3622130" cy="1651615"/>
          </a:xfrm>
          <a:prstGeom prst="roundRect">
            <a:avLst>
              <a:gd name="adj" fmla="val 642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E0F47B1-1E32-4B65-7071-E43CFBDAFA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466" y="1593562"/>
            <a:ext cx="483269" cy="4832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4D1A967-DCBE-D072-5BD8-F82A5A997D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744" y="1631658"/>
            <a:ext cx="445172" cy="4451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192605D-A535-0978-BA1C-B5F8E10B46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4506" y="1683773"/>
            <a:ext cx="346914" cy="34691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8EAD391-92DA-A461-98DD-971781EE0D54}"/>
              </a:ext>
            </a:extLst>
          </p:cNvPr>
          <p:cNvSpPr txBox="1"/>
          <p:nvPr/>
        </p:nvSpPr>
        <p:spPr>
          <a:xfrm>
            <a:off x="1146837" y="2099757"/>
            <a:ext cx="207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 (Query, Answer)</a:t>
            </a:r>
            <a:endParaRPr lang="zh-CN" altLang="en-US" dirty="0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8C9B41B0-CD24-D1C0-C5F0-D6543B85687D}"/>
              </a:ext>
            </a:extLst>
          </p:cNvPr>
          <p:cNvSpPr/>
          <p:nvPr/>
        </p:nvSpPr>
        <p:spPr>
          <a:xfrm>
            <a:off x="2964352" y="1827177"/>
            <a:ext cx="604072" cy="211621"/>
          </a:xfrm>
          <a:prstGeom prst="rightArrow">
            <a:avLst>
              <a:gd name="adj1" fmla="val 35714"/>
              <a:gd name="adj2" fmla="val 8465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DBB0244-8AB3-BBEF-260B-FB031DA062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122" y="1593562"/>
            <a:ext cx="483269" cy="48326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EFC5107-3E1E-6417-5B69-597ACAE8A368}"/>
              </a:ext>
            </a:extLst>
          </p:cNvPr>
          <p:cNvSpPr txBox="1"/>
          <p:nvPr/>
        </p:nvSpPr>
        <p:spPr>
          <a:xfrm>
            <a:off x="1680945" y="2601825"/>
            <a:ext cx="281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① </a:t>
            </a:r>
            <a:r>
              <a:rPr lang="en-US" altLang="zh-CN" b="1" dirty="0"/>
              <a:t>Uniform Sampling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A02D48-C00A-E6BE-B9E5-9840956508B7}"/>
              </a:ext>
            </a:extLst>
          </p:cNvPr>
          <p:cNvSpPr txBox="1"/>
          <p:nvPr/>
        </p:nvSpPr>
        <p:spPr>
          <a:xfrm>
            <a:off x="3541712" y="2115146"/>
            <a:ext cx="136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500 Queries</a:t>
            </a:r>
            <a:endParaRPr lang="zh-CN" altLang="en-US" sz="16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E985CE-7F6D-7715-E5E3-EB04404E42F8}"/>
              </a:ext>
            </a:extLst>
          </p:cNvPr>
          <p:cNvSpPr txBox="1"/>
          <p:nvPr/>
        </p:nvSpPr>
        <p:spPr>
          <a:xfrm>
            <a:off x="7992486" y="2171224"/>
            <a:ext cx="1222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LLMs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664EC34-B5D4-F299-F7BB-64DDD4EC9A78}"/>
              </a:ext>
            </a:extLst>
          </p:cNvPr>
          <p:cNvSpPr txBox="1"/>
          <p:nvPr/>
        </p:nvSpPr>
        <p:spPr>
          <a:xfrm>
            <a:off x="5384979" y="2164298"/>
            <a:ext cx="956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Human </a:t>
            </a:r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02EF330-8BD5-958F-BB29-614846B4CDC4}"/>
              </a:ext>
            </a:extLst>
          </p:cNvPr>
          <p:cNvGrpSpPr/>
          <p:nvPr/>
        </p:nvGrpSpPr>
        <p:grpSpPr>
          <a:xfrm>
            <a:off x="5509273" y="1451296"/>
            <a:ext cx="753809" cy="779887"/>
            <a:chOff x="4933625" y="1441726"/>
            <a:chExt cx="753809" cy="779887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EE4F263F-7B8D-4A44-AD92-18C8A00B1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33625" y="1441726"/>
              <a:ext cx="577988" cy="685023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784D837A-13B4-FD7B-59C3-7DD6E3B35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59985" y="1913831"/>
              <a:ext cx="327449" cy="307782"/>
            </a:xfrm>
            <a:prstGeom prst="rect">
              <a:avLst/>
            </a:prstGeom>
          </p:spPr>
        </p:pic>
      </p:grpSp>
      <p:sp>
        <p:nvSpPr>
          <p:cNvPr id="36" name="箭头: 左右 35">
            <a:extLst>
              <a:ext uri="{FF2B5EF4-FFF2-40B4-BE49-F238E27FC236}">
                <a16:creationId xmlns:a16="http://schemas.microsoft.com/office/drawing/2014/main" id="{D7FBC796-7DE9-FAE3-B55C-AAD78B215A1E}"/>
              </a:ext>
            </a:extLst>
          </p:cNvPr>
          <p:cNvSpPr/>
          <p:nvPr/>
        </p:nvSpPr>
        <p:spPr>
          <a:xfrm>
            <a:off x="6387115" y="1899250"/>
            <a:ext cx="866195" cy="193814"/>
          </a:xfrm>
          <a:prstGeom prst="leftRightArrow">
            <a:avLst>
              <a:gd name="adj1" fmla="val 34037"/>
              <a:gd name="adj2" fmla="val 8958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04DE044-F063-C35A-F999-98E47FE478F8}"/>
              </a:ext>
            </a:extLst>
          </p:cNvPr>
          <p:cNvSpPr txBox="1"/>
          <p:nvPr/>
        </p:nvSpPr>
        <p:spPr>
          <a:xfrm>
            <a:off x="6120697" y="1524324"/>
            <a:ext cx="1264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Agreement</a:t>
            </a:r>
            <a:endParaRPr lang="zh-CN" altLang="en-US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9020ADB-0D27-1A99-B0C8-C03F62C429CF}"/>
              </a:ext>
            </a:extLst>
          </p:cNvPr>
          <p:cNvGrpSpPr/>
          <p:nvPr/>
        </p:nvGrpSpPr>
        <p:grpSpPr>
          <a:xfrm>
            <a:off x="7375868" y="1467056"/>
            <a:ext cx="879144" cy="857846"/>
            <a:chOff x="7013076" y="1450561"/>
            <a:chExt cx="879144" cy="857846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7AE88E23-F5B4-6779-1D1C-46A6C70F4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02830" y="1450561"/>
              <a:ext cx="698786" cy="667352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8284A64-B3C0-5558-AB5C-BF8F5899A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13076" y="1789723"/>
              <a:ext cx="332229" cy="518684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5B79652E-0678-D37F-E41D-00467C7E1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64771" y="1862166"/>
              <a:ext cx="327449" cy="307782"/>
            </a:xfrm>
            <a:prstGeom prst="rect">
              <a:avLst/>
            </a:prstGeom>
          </p:spPr>
        </p:pic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50C18B4-7F9A-292D-171F-279D625C15BB}"/>
              </a:ext>
            </a:extLst>
          </p:cNvPr>
          <p:cNvGrpSpPr/>
          <p:nvPr/>
        </p:nvGrpSpPr>
        <p:grpSpPr>
          <a:xfrm>
            <a:off x="8227417" y="1458221"/>
            <a:ext cx="780212" cy="737789"/>
            <a:chOff x="7864625" y="1441725"/>
            <a:chExt cx="780212" cy="737789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74376CD9-C14A-86B4-910B-92BA80E42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64625" y="1441725"/>
              <a:ext cx="698786" cy="705917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C80B652F-15B2-BC7E-A479-6E2B3C353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17388" y="1871732"/>
              <a:ext cx="327449" cy="307782"/>
            </a:xfrm>
            <a:prstGeom prst="rect">
              <a:avLst/>
            </a:prstGeom>
          </p:spPr>
        </p:pic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33C5D9E-5F52-32DD-D16A-6E19AEC0F021}"/>
              </a:ext>
            </a:extLst>
          </p:cNvPr>
          <p:cNvGrpSpPr/>
          <p:nvPr/>
        </p:nvGrpSpPr>
        <p:grpSpPr>
          <a:xfrm>
            <a:off x="8968073" y="1488536"/>
            <a:ext cx="821180" cy="719828"/>
            <a:chOff x="8605281" y="1472041"/>
            <a:chExt cx="821180" cy="719828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866ACBDC-2687-9E04-5DBF-A209D45FD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605281" y="1472041"/>
              <a:ext cx="698784" cy="663288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AD95D5AA-56E1-D362-7FAB-114C74F1C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99012" y="1884087"/>
              <a:ext cx="327449" cy="307782"/>
            </a:xfrm>
            <a:prstGeom prst="rect">
              <a:avLst/>
            </a:prstGeom>
          </p:spPr>
        </p:pic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2466758C-5ACB-2CD4-9400-9714AFE0E2A3}"/>
              </a:ext>
            </a:extLst>
          </p:cNvPr>
          <p:cNvSpPr txBox="1"/>
          <p:nvPr/>
        </p:nvSpPr>
        <p:spPr>
          <a:xfrm>
            <a:off x="5424293" y="2575815"/>
            <a:ext cx="3917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② </a:t>
            </a:r>
            <a:r>
              <a:rPr lang="en-US" altLang="zh-CN" b="1" dirty="0"/>
              <a:t>Small Scale Evaluation</a:t>
            </a:r>
            <a:endParaRPr lang="zh-CN" altLang="en-US" b="1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8B85510-DA25-C87B-C5A4-79A8F83CA7BB}"/>
              </a:ext>
            </a:extLst>
          </p:cNvPr>
          <p:cNvGrpSpPr/>
          <p:nvPr/>
        </p:nvGrpSpPr>
        <p:grpSpPr>
          <a:xfrm>
            <a:off x="11702692" y="1482148"/>
            <a:ext cx="590214" cy="558664"/>
            <a:chOff x="5207889" y="4972801"/>
            <a:chExt cx="590214" cy="558664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AE9DAAB2-08A3-1E27-D73C-56BF69C19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28084" y="4972801"/>
              <a:ext cx="500793" cy="478265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8ED2955B-8EEF-BED6-97B9-0503001FE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07889" y="5264097"/>
              <a:ext cx="171255" cy="267368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1E3C5515-A47B-4659-1A10-AF1786999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61485" y="5264097"/>
              <a:ext cx="236618" cy="222406"/>
            </a:xfrm>
            <a:prstGeom prst="rect">
              <a:avLst/>
            </a:prstGeom>
          </p:spPr>
        </p:pic>
      </p:grpSp>
      <p:sp>
        <p:nvSpPr>
          <p:cNvPr id="48" name="箭头: 右 47">
            <a:extLst>
              <a:ext uri="{FF2B5EF4-FFF2-40B4-BE49-F238E27FC236}">
                <a16:creationId xmlns:a16="http://schemas.microsoft.com/office/drawing/2014/main" id="{B56C3C38-885A-0586-D7A0-36B5AFBD967C}"/>
              </a:ext>
            </a:extLst>
          </p:cNvPr>
          <p:cNvSpPr/>
          <p:nvPr/>
        </p:nvSpPr>
        <p:spPr>
          <a:xfrm>
            <a:off x="11623633" y="2040535"/>
            <a:ext cx="694913" cy="187743"/>
          </a:xfrm>
          <a:prstGeom prst="rightArrow">
            <a:avLst>
              <a:gd name="adj1" fmla="val 35714"/>
              <a:gd name="adj2" fmla="val 85713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12FB535-612A-62B1-1A67-C0F7E9DF4825}"/>
              </a:ext>
            </a:extLst>
          </p:cNvPr>
          <p:cNvSpPr/>
          <p:nvPr/>
        </p:nvSpPr>
        <p:spPr>
          <a:xfrm rot="5400000">
            <a:off x="4637151" y="1646197"/>
            <a:ext cx="967690" cy="688158"/>
          </a:xfrm>
          <a:custGeom>
            <a:avLst/>
            <a:gdLst>
              <a:gd name="connsiteX0" fmla="*/ 0 w 885417"/>
              <a:gd name="connsiteY0" fmla="*/ 926169 h 926169"/>
              <a:gd name="connsiteX1" fmla="*/ 376269 w 885417"/>
              <a:gd name="connsiteY1" fmla="*/ 299201 h 926169"/>
              <a:gd name="connsiteX2" fmla="*/ 268084 w 885417"/>
              <a:gd name="connsiteY2" fmla="*/ 299201 h 926169"/>
              <a:gd name="connsiteX3" fmla="*/ 442709 w 885417"/>
              <a:gd name="connsiteY3" fmla="*/ 0 h 926169"/>
              <a:gd name="connsiteX4" fmla="*/ 617334 w 885417"/>
              <a:gd name="connsiteY4" fmla="*/ 299201 h 926169"/>
              <a:gd name="connsiteX5" fmla="*/ 509149 w 885417"/>
              <a:gd name="connsiteY5" fmla="*/ 299201 h 926169"/>
              <a:gd name="connsiteX6" fmla="*/ 885417 w 885417"/>
              <a:gd name="connsiteY6" fmla="*/ 926169 h 926169"/>
              <a:gd name="connsiteX0" fmla="*/ 0 w 885417"/>
              <a:gd name="connsiteY0" fmla="*/ 926169 h 926169"/>
              <a:gd name="connsiteX1" fmla="*/ 376269 w 885417"/>
              <a:gd name="connsiteY1" fmla="*/ 299201 h 926169"/>
              <a:gd name="connsiteX2" fmla="*/ 268084 w 885417"/>
              <a:gd name="connsiteY2" fmla="*/ 299201 h 926169"/>
              <a:gd name="connsiteX3" fmla="*/ 442709 w 885417"/>
              <a:gd name="connsiteY3" fmla="*/ 0 h 926169"/>
              <a:gd name="connsiteX4" fmla="*/ 617334 w 885417"/>
              <a:gd name="connsiteY4" fmla="*/ 299201 h 926169"/>
              <a:gd name="connsiteX5" fmla="*/ 509149 w 885417"/>
              <a:gd name="connsiteY5" fmla="*/ 299201 h 926169"/>
              <a:gd name="connsiteX6" fmla="*/ 885417 w 885417"/>
              <a:gd name="connsiteY6" fmla="*/ 926169 h 926169"/>
              <a:gd name="connsiteX7" fmla="*/ 0 w 885417"/>
              <a:gd name="connsiteY7" fmla="*/ 926169 h 926169"/>
              <a:gd name="connsiteX0" fmla="*/ 0 w 885417"/>
              <a:gd name="connsiteY0" fmla="*/ 926169 h 926169"/>
              <a:gd name="connsiteX1" fmla="*/ 376269 w 885417"/>
              <a:gd name="connsiteY1" fmla="*/ 299201 h 926169"/>
              <a:gd name="connsiteX2" fmla="*/ 268084 w 885417"/>
              <a:gd name="connsiteY2" fmla="*/ 299201 h 926169"/>
              <a:gd name="connsiteX3" fmla="*/ 442709 w 885417"/>
              <a:gd name="connsiteY3" fmla="*/ 0 h 926169"/>
              <a:gd name="connsiteX4" fmla="*/ 617334 w 885417"/>
              <a:gd name="connsiteY4" fmla="*/ 299201 h 926169"/>
              <a:gd name="connsiteX5" fmla="*/ 509149 w 885417"/>
              <a:gd name="connsiteY5" fmla="*/ 299201 h 926169"/>
              <a:gd name="connsiteX6" fmla="*/ 885417 w 885417"/>
              <a:gd name="connsiteY6" fmla="*/ 926169 h 926169"/>
              <a:gd name="connsiteX7" fmla="*/ 0 w 885417"/>
              <a:gd name="connsiteY7" fmla="*/ 926169 h 926169"/>
              <a:gd name="connsiteX0" fmla="*/ 0 w 885417"/>
              <a:gd name="connsiteY0" fmla="*/ 926169 h 926169"/>
              <a:gd name="connsiteX1" fmla="*/ 376269 w 885417"/>
              <a:gd name="connsiteY1" fmla="*/ 299201 h 926169"/>
              <a:gd name="connsiteX2" fmla="*/ 268084 w 885417"/>
              <a:gd name="connsiteY2" fmla="*/ 299201 h 926169"/>
              <a:gd name="connsiteX3" fmla="*/ 442709 w 885417"/>
              <a:gd name="connsiteY3" fmla="*/ 0 h 926169"/>
              <a:gd name="connsiteX4" fmla="*/ 617334 w 885417"/>
              <a:gd name="connsiteY4" fmla="*/ 299201 h 926169"/>
              <a:gd name="connsiteX5" fmla="*/ 509149 w 885417"/>
              <a:gd name="connsiteY5" fmla="*/ 299201 h 926169"/>
              <a:gd name="connsiteX6" fmla="*/ 885417 w 885417"/>
              <a:gd name="connsiteY6" fmla="*/ 926169 h 926169"/>
              <a:gd name="connsiteX7" fmla="*/ 0 w 885417"/>
              <a:gd name="connsiteY7" fmla="*/ 926169 h 926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5417" h="926169">
                <a:moveTo>
                  <a:pt x="0" y="926169"/>
                </a:moveTo>
                <a:cubicBezTo>
                  <a:pt x="125423" y="717180"/>
                  <a:pt x="447696" y="536765"/>
                  <a:pt x="376269" y="299201"/>
                </a:cubicBezTo>
                <a:lnTo>
                  <a:pt x="268084" y="299201"/>
                </a:lnTo>
                <a:lnTo>
                  <a:pt x="442709" y="0"/>
                </a:lnTo>
                <a:lnTo>
                  <a:pt x="617334" y="299201"/>
                </a:lnTo>
                <a:lnTo>
                  <a:pt x="509149" y="299201"/>
                </a:lnTo>
                <a:cubicBezTo>
                  <a:pt x="482172" y="571690"/>
                  <a:pt x="759994" y="717180"/>
                  <a:pt x="885417" y="926169"/>
                </a:cubicBezTo>
                <a:lnTo>
                  <a:pt x="0" y="92616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bg1">
                  <a:lumMod val="85000"/>
                </a:schemeClr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07729D0-21BA-B22C-6E31-3D6E8010CCD1}"/>
              </a:ext>
            </a:extLst>
          </p:cNvPr>
          <p:cNvSpPr/>
          <p:nvPr/>
        </p:nvSpPr>
        <p:spPr>
          <a:xfrm>
            <a:off x="10083049" y="1336104"/>
            <a:ext cx="3765287" cy="1651614"/>
          </a:xfrm>
          <a:prstGeom prst="roundRect">
            <a:avLst>
              <a:gd name="adj" fmla="val 642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8CA664-371D-22E0-D275-A8EC8C7273B5}"/>
              </a:ext>
            </a:extLst>
          </p:cNvPr>
          <p:cNvSpPr txBox="1"/>
          <p:nvPr/>
        </p:nvSpPr>
        <p:spPr>
          <a:xfrm>
            <a:off x="9540600" y="2583011"/>
            <a:ext cx="4865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③ Full-Scale Evaluation 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A232814-586C-2C02-1B54-894A57C944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617" y="1668454"/>
            <a:ext cx="572751" cy="57275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A7FDA09-E5E7-CE7F-6B86-A57E44C2FAEA}"/>
              </a:ext>
            </a:extLst>
          </p:cNvPr>
          <p:cNvSpPr txBox="1"/>
          <p:nvPr/>
        </p:nvSpPr>
        <p:spPr>
          <a:xfrm>
            <a:off x="10083049" y="2213679"/>
            <a:ext cx="154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18821 Queries</a:t>
            </a:r>
            <a:endParaRPr lang="zh-CN" altLang="en-US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FF312C8-916E-66EC-734C-8B76D1F2DFF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7017" y="1673182"/>
            <a:ext cx="573428" cy="57342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E77C401D-06AE-70A0-0670-1C2BB012196E}"/>
              </a:ext>
            </a:extLst>
          </p:cNvPr>
          <p:cNvSpPr txBox="1"/>
          <p:nvPr/>
        </p:nvSpPr>
        <p:spPr>
          <a:xfrm>
            <a:off x="12252787" y="2222033"/>
            <a:ext cx="154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Query Quality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9381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142</TotalTime>
  <Words>25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lxy</dc:creator>
  <cp:lastModifiedBy>luna liang</cp:lastModifiedBy>
  <cp:revision>8</cp:revision>
  <dcterms:created xsi:type="dcterms:W3CDTF">2023-08-09T12:44:00Z</dcterms:created>
  <dcterms:modified xsi:type="dcterms:W3CDTF">2025-11-27T08:47:41Z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